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39"/>
  </p:notesMasterIdLst>
  <p:sldIdLst>
    <p:sldId id="264" r:id="rId2"/>
    <p:sldId id="256" r:id="rId3"/>
    <p:sldId id="259" r:id="rId4"/>
    <p:sldId id="924" r:id="rId5"/>
    <p:sldId id="265" r:id="rId6"/>
    <p:sldId id="266" r:id="rId7"/>
    <p:sldId id="267" r:id="rId8"/>
    <p:sldId id="268" r:id="rId9"/>
    <p:sldId id="926" r:id="rId10"/>
    <p:sldId id="269" r:id="rId11"/>
    <p:sldId id="271" r:id="rId12"/>
    <p:sldId id="270" r:id="rId13"/>
    <p:sldId id="273" r:id="rId14"/>
    <p:sldId id="272" r:id="rId15"/>
    <p:sldId id="274" r:id="rId16"/>
    <p:sldId id="275" r:id="rId17"/>
    <p:sldId id="276" r:id="rId18"/>
    <p:sldId id="341" r:id="rId19"/>
    <p:sldId id="345" r:id="rId20"/>
    <p:sldId id="346" r:id="rId21"/>
    <p:sldId id="342" r:id="rId22"/>
    <p:sldId id="343" r:id="rId23"/>
    <p:sldId id="339" r:id="rId24"/>
    <p:sldId id="277" r:id="rId25"/>
    <p:sldId id="324" r:id="rId26"/>
    <p:sldId id="323" r:id="rId27"/>
    <p:sldId id="336" r:id="rId28"/>
    <p:sldId id="337" r:id="rId29"/>
    <p:sldId id="338" r:id="rId30"/>
    <p:sldId id="299" r:id="rId31"/>
    <p:sldId id="279" r:id="rId32"/>
    <p:sldId id="278" r:id="rId33"/>
    <p:sldId id="280" r:id="rId34"/>
    <p:sldId id="281" r:id="rId35"/>
    <p:sldId id="335" r:id="rId36"/>
    <p:sldId id="925" r:id="rId37"/>
    <p:sldId id="92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B4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3753-A0C4-CE49-931D-F3E1035FC189}" v="4" dt="2026-10-03T12:29:38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15"/>
    <p:restoredTop sz="88904"/>
  </p:normalViewPr>
  <p:slideViewPr>
    <p:cSldViewPr snapToGrid="0">
      <p:cViewPr varScale="1">
        <p:scale>
          <a:sx n="101" d="100"/>
          <a:sy n="101" d="100"/>
        </p:scale>
        <p:origin x="232" y="4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2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dy Giffen" userId="ba4c5031-b453-4aba-8832-4fb595fd4791" providerId="ADAL" clId="{2D00DA38-F308-5605-9C23-544637B15DA9}"/>
    <pc:docChg chg="custSel addSld delSld modSld">
      <pc:chgData name="Randy Giffen" userId="ba4c5031-b453-4aba-8832-4fb595fd4791" providerId="ADAL" clId="{2D00DA38-F308-5605-9C23-544637B15DA9}" dt="2026-10-03T12:31:07.477" v="9" actId="1076"/>
      <pc:docMkLst>
        <pc:docMk/>
      </pc:docMkLst>
      <pc:sldChg chg="del">
        <pc:chgData name="Randy Giffen" userId="ba4c5031-b453-4aba-8832-4fb595fd4791" providerId="ADAL" clId="{2D00DA38-F308-5605-9C23-544637B15DA9}" dt="2026-10-03T12:14:29.567" v="2" actId="2696"/>
        <pc:sldMkLst>
          <pc:docMk/>
          <pc:sldMk cId="3475711204" sldId="261"/>
        </pc:sldMkLst>
      </pc:sldChg>
      <pc:sldChg chg="addSp delSp modSp mod">
        <pc:chgData name="Randy Giffen" userId="ba4c5031-b453-4aba-8832-4fb595fd4791" providerId="ADAL" clId="{2D00DA38-F308-5605-9C23-544637B15DA9}" dt="2026-10-03T12:31:07.477" v="9" actId="1076"/>
        <pc:sldMkLst>
          <pc:docMk/>
          <pc:sldMk cId="3339297141" sldId="275"/>
        </pc:sldMkLst>
        <pc:spChg chg="mod">
          <ac:chgData name="Randy Giffen" userId="ba4c5031-b453-4aba-8832-4fb595fd4791" providerId="ADAL" clId="{2D00DA38-F308-5605-9C23-544637B15DA9}" dt="2026-10-03T12:31:07.477" v="9" actId="1076"/>
          <ac:spMkLst>
            <pc:docMk/>
            <pc:sldMk cId="3339297141" sldId="275"/>
            <ac:spMk id="10" creationId="{C4E238D9-69B1-27A5-B7F3-2FE6E2A43939}"/>
          </ac:spMkLst>
        </pc:spChg>
        <pc:grpChg chg="del">
          <ac:chgData name="Randy Giffen" userId="ba4c5031-b453-4aba-8832-4fb595fd4791" providerId="ADAL" clId="{2D00DA38-F308-5605-9C23-544637B15DA9}" dt="2026-10-03T12:29:35.184" v="5" actId="478"/>
          <ac:grpSpMkLst>
            <pc:docMk/>
            <pc:sldMk cId="3339297141" sldId="275"/>
            <ac:grpSpMk id="9" creationId="{93B3C1D1-3C1C-76FC-68D2-9BB5FCC59647}"/>
          </ac:grpSpMkLst>
        </pc:grpChg>
        <pc:picChg chg="add">
          <ac:chgData name="Randy Giffen" userId="ba4c5031-b453-4aba-8832-4fb595fd4791" providerId="ADAL" clId="{2D00DA38-F308-5605-9C23-544637B15DA9}" dt="2026-10-03T12:29:21.034" v="4"/>
          <ac:picMkLst>
            <pc:docMk/>
            <pc:sldMk cId="3339297141" sldId="275"/>
            <ac:picMk id="3" creationId="{CE263346-9B13-DC22-F2A7-42A107824C93}"/>
          </ac:picMkLst>
        </pc:picChg>
        <pc:picChg chg="add mod">
          <ac:chgData name="Randy Giffen" userId="ba4c5031-b453-4aba-8832-4fb595fd4791" providerId="ADAL" clId="{2D00DA38-F308-5605-9C23-544637B15DA9}" dt="2026-10-03T12:29:45.505" v="8" actId="1076"/>
          <ac:picMkLst>
            <pc:docMk/>
            <pc:sldMk cId="3339297141" sldId="275"/>
            <ac:picMk id="4" creationId="{0274DC75-35CE-D1BC-8896-92E146437221}"/>
          </ac:picMkLst>
        </pc:picChg>
        <pc:picChg chg="del">
          <ac:chgData name="Randy Giffen" userId="ba4c5031-b453-4aba-8832-4fb595fd4791" providerId="ADAL" clId="{2D00DA38-F308-5605-9C23-544637B15DA9}" dt="2026-10-03T12:29:20.109" v="3" actId="478"/>
          <ac:picMkLst>
            <pc:docMk/>
            <pc:sldMk cId="3339297141" sldId="275"/>
            <ac:picMk id="5" creationId="{EC1B166D-C23B-C789-0826-409F5F5FADDB}"/>
          </ac:picMkLst>
        </pc:picChg>
      </pc:sldChg>
      <pc:sldChg chg="addSp modSp new">
        <pc:chgData name="Randy Giffen" userId="ba4c5031-b453-4aba-8832-4fb595fd4791" providerId="ADAL" clId="{2D00DA38-F308-5605-9C23-544637B15DA9}" dt="2026-10-03T12:14:17.157" v="1"/>
        <pc:sldMkLst>
          <pc:docMk/>
          <pc:sldMk cId="3326363908" sldId="926"/>
        </pc:sldMkLst>
        <pc:picChg chg="add mod">
          <ac:chgData name="Randy Giffen" userId="ba4c5031-b453-4aba-8832-4fb595fd4791" providerId="ADAL" clId="{2D00DA38-F308-5605-9C23-544637B15DA9}" dt="2026-10-03T12:14:17.157" v="1"/>
          <ac:picMkLst>
            <pc:docMk/>
            <pc:sldMk cId="3326363908" sldId="926"/>
            <ac:picMk id="2" creationId="{DBD2825C-FDE6-0EAF-E4BE-BAAAA299C2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F7983-855A-2240-A9BF-6235A2B9A807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78B63-BA6E-F541-BDDE-F9290717A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3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78B63-BA6E-F541-BDDE-F9290717A2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85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 early. Each session is self-contained, so someone who misses one is not lost. Mention that the notebooks are runnable and use only simulated data, which usually settles the first privacy question before it is asked.</a:t>
            </a:r>
          </a:p>
          <a:p>
            <a:endParaRPr/>
          </a:p>
          <a:p>
            <a:r>
              <a:t>About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78B63-BA6E-F541-BDDE-F9290717A25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99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read these out. Ask the room which one surprised them most and let that run.</a:t>
            </a:r>
          </a:p>
          <a:p>
            <a:endParaRPr/>
          </a:p>
          <a:p>
            <a:r>
              <a:t>The point worth labouring is the last one: a model has seen no situation it was not shown. Every failure later in the series is a version of that sentence.</a:t>
            </a:r>
          </a:p>
          <a:p>
            <a:endParaRPr/>
          </a:p>
          <a:p>
            <a:r>
              <a:t>About 4 minutes including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</a:defRPr>
            </a:lvl1pPr>
          </a:lstStyle>
          <a:p>
            <a:fld id="{5586B75A-687E-405C-8A0B-8D00578BA2C3}" type="datetimeFigureOut">
              <a:rPr lang="en-US" smtClean="0"/>
              <a:pPr/>
              <a:t>10/3/26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1"/>
                </a:solidFill>
                <a:latin typeface="Poppins" pitchFamily="2" charset="77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spc="-60" baseline="0">
          <a:solidFill>
            <a:srgbClr val="FFFFFF"/>
          </a:solidFill>
          <a:latin typeface="Poppins" pitchFamily="2" charset="77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b="0" i="0" kern="1200">
          <a:solidFill>
            <a:schemeClr val="tx1">
              <a:lumMod val="65000"/>
              <a:lumOff val="35000"/>
            </a:schemeClr>
          </a:solidFill>
          <a:latin typeface="Poppins" pitchFamily="2" charset="77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b="0" i="0" kern="1200">
          <a:solidFill>
            <a:schemeClr val="tx1">
              <a:lumMod val="65000"/>
              <a:lumOff val="35000"/>
            </a:schemeClr>
          </a:solidFill>
          <a:latin typeface="Poppins" pitchFamily="2" charset="77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b="0" i="0" kern="1200">
          <a:solidFill>
            <a:schemeClr val="tx1">
              <a:lumMod val="65000"/>
              <a:lumOff val="35000"/>
            </a:schemeClr>
          </a:solidFill>
          <a:latin typeface="Poppins" pitchFamily="2" charset="77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b="0" i="0" kern="1200">
          <a:solidFill>
            <a:schemeClr val="tx1">
              <a:lumMod val="65000"/>
              <a:lumOff val="35000"/>
            </a:schemeClr>
          </a:solidFill>
          <a:latin typeface="Poppins" pitchFamily="2" charset="77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b="0" i="0" kern="1200">
          <a:solidFill>
            <a:schemeClr val="tx1">
              <a:lumMod val="65000"/>
              <a:lumOff val="35000"/>
            </a:schemeClr>
          </a:solidFill>
          <a:latin typeface="Poppi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andy_giffen@ca.ibm.co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mmoncrawl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2000" cy="457200"/>
          </a:xfrm>
          <a:prstGeom prst="rect">
            <a:avLst/>
          </a:prstGeom>
          <a:solidFill>
            <a:srgbClr val="3B4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9997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 Light"/>
              </a:rPr>
              <a:t>AI Fundamentals for Healthcare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EDF1F2"/>
                </a:solidFill>
                <a:latin typeface="Calibri"/>
              </a:rPr>
              <a:t>Session 1 of 4 — How Machines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926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EDF1F2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99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EB7AE-5041-6D9A-02AA-19691F30F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2828544"/>
            <a:ext cx="7315200" cy="2756102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00000"/>
              </a:lnSpc>
            </a:pPr>
            <a:r>
              <a:rPr lang="en-US" sz="2400" dirty="0"/>
              <a:t>Randy Giffen</a:t>
            </a:r>
          </a:p>
          <a:p>
            <a:pPr lvl="0">
              <a:lnSpc>
                <a:spcPct val="100000"/>
              </a:lnSpc>
            </a:pPr>
            <a:r>
              <a:rPr lang="en-US" sz="2400" dirty="0"/>
              <a:t>Analytic Solution Architect</a:t>
            </a:r>
          </a:p>
          <a:p>
            <a:pPr lvl="0">
              <a:lnSpc>
                <a:spcPct val="100000"/>
              </a:lnSpc>
            </a:pPr>
            <a:r>
              <a:rPr lang="en-US" sz="2400" dirty="0"/>
              <a:t>National Innovation Team</a:t>
            </a:r>
          </a:p>
          <a:p>
            <a:pPr lvl="0">
              <a:lnSpc>
                <a:spcPct val="100000"/>
              </a:lnSpc>
            </a:pPr>
            <a:r>
              <a:rPr lang="en-US" sz="2400" dirty="0"/>
              <a:t>IBM Canada</a:t>
            </a:r>
          </a:p>
          <a:p>
            <a:pPr lvl="0"/>
            <a:endParaRPr lang="en-US" sz="2400" dirty="0"/>
          </a:p>
          <a:p>
            <a:r>
              <a:rPr lang="en-US" sz="1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randy_giffen@ca.ibm.com</a:t>
            </a:r>
            <a:endParaRPr lang="en-US" sz="1800" dirty="0"/>
          </a:p>
          <a:p>
            <a:pPr lvl="0"/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05DD690-B634-0702-BF3F-F6DEAA6CAE31}"/>
              </a:ext>
            </a:extLst>
          </p:cNvPr>
          <p:cNvCxnSpPr>
            <a:cxnSpLocks/>
            <a:endCxn id="56" idx="2"/>
          </p:cNvCxnSpPr>
          <p:nvPr/>
        </p:nvCxnSpPr>
        <p:spPr>
          <a:xfrm>
            <a:off x="11589216" y="3536351"/>
            <a:ext cx="22435" cy="1710469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AEF8EE68-8F30-5828-8ABB-A3B951C8ACD7}"/>
              </a:ext>
            </a:extLst>
          </p:cNvPr>
          <p:cNvSpPr/>
          <p:nvPr/>
        </p:nvSpPr>
        <p:spPr>
          <a:xfrm>
            <a:off x="9278471" y="753035"/>
            <a:ext cx="2913529" cy="53653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E8864F0-EF1C-CA0F-844C-3F256887B5BF}"/>
              </a:ext>
            </a:extLst>
          </p:cNvPr>
          <p:cNvGrpSpPr/>
          <p:nvPr/>
        </p:nvGrpSpPr>
        <p:grpSpPr>
          <a:xfrm>
            <a:off x="9605808" y="1096260"/>
            <a:ext cx="2321734" cy="4780105"/>
            <a:chOff x="9547407" y="840765"/>
            <a:chExt cx="2393582" cy="4928030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94A2B73-AD66-EA70-9C56-6C867CB6E712}"/>
                </a:ext>
              </a:extLst>
            </p:cNvPr>
            <p:cNvGrpSpPr/>
            <p:nvPr/>
          </p:nvGrpSpPr>
          <p:grpSpPr>
            <a:xfrm>
              <a:off x="9547407" y="840765"/>
              <a:ext cx="2393582" cy="4928030"/>
              <a:chOff x="9533960" y="1015576"/>
              <a:chExt cx="2393582" cy="492803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2D07D15-EEF5-21B0-1437-30483B343FE0}"/>
                  </a:ext>
                </a:extLst>
              </p:cNvPr>
              <p:cNvSpPr/>
              <p:nvPr/>
            </p:nvSpPr>
            <p:spPr>
              <a:xfrm rot="5400000">
                <a:off x="9535111" y="3153927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1FCD4A5-CD17-67E1-C6EA-0A254D7749BC}"/>
                  </a:ext>
                </a:extLst>
              </p:cNvPr>
              <p:cNvSpPr/>
              <p:nvPr/>
            </p:nvSpPr>
            <p:spPr>
              <a:xfrm rot="5400000">
                <a:off x="11265853" y="1014425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9D3B3EB-2069-3570-85F0-A74FB19A961C}"/>
                  </a:ext>
                </a:extLst>
              </p:cNvPr>
              <p:cNvSpPr/>
              <p:nvPr/>
            </p:nvSpPr>
            <p:spPr>
              <a:xfrm rot="5400000">
                <a:off x="10400483" y="1014430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37A1862-9919-F024-2D38-8B4D1068B67E}"/>
                  </a:ext>
                </a:extLst>
              </p:cNvPr>
              <p:cNvSpPr/>
              <p:nvPr/>
            </p:nvSpPr>
            <p:spPr>
              <a:xfrm rot="5400000">
                <a:off x="9535111" y="1014425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80CC587-7F9B-09F4-2E52-2643B67BB068}"/>
                  </a:ext>
                </a:extLst>
              </p:cNvPr>
              <p:cNvSpPr/>
              <p:nvPr/>
            </p:nvSpPr>
            <p:spPr>
              <a:xfrm rot="5400000">
                <a:off x="11277363" y="3153927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870AA1D-49AD-8320-6EE5-FD362DCECF7E}"/>
                  </a:ext>
                </a:extLst>
              </p:cNvPr>
              <p:cNvSpPr/>
              <p:nvPr/>
            </p:nvSpPr>
            <p:spPr>
              <a:xfrm rot="5400000">
                <a:off x="10400483" y="3153928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3F9DBBA-599C-B234-F8D8-F3E1FE0B6E0A}"/>
                  </a:ext>
                </a:extLst>
              </p:cNvPr>
              <p:cNvCxnSpPr>
                <a:cxnSpLocks/>
                <a:stCxn id="10" idx="6"/>
                <a:endCxn id="16" idx="2"/>
              </p:cNvCxnSpPr>
              <p:nvPr/>
            </p:nvCxnSpPr>
            <p:spPr>
              <a:xfrm>
                <a:off x="11590367" y="1664604"/>
                <a:ext cx="11510" cy="1490475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42A44AF-2DA5-CDC5-C2FA-4EB5B5EFC85E}"/>
                  </a:ext>
                </a:extLst>
              </p:cNvPr>
              <p:cNvCxnSpPr>
                <a:cxnSpLocks/>
                <a:stCxn id="10" idx="6"/>
                <a:endCxn id="17" idx="2"/>
              </p:cNvCxnSpPr>
              <p:nvPr/>
            </p:nvCxnSpPr>
            <p:spPr>
              <a:xfrm flipH="1">
                <a:off x="10724997" y="1664604"/>
                <a:ext cx="865370" cy="1490476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938B355-F889-1C62-F70A-CF320327D56A}"/>
                  </a:ext>
                </a:extLst>
              </p:cNvPr>
              <p:cNvCxnSpPr>
                <a:cxnSpLocks/>
                <a:stCxn id="10" idx="6"/>
                <a:endCxn id="18" idx="2"/>
              </p:cNvCxnSpPr>
              <p:nvPr/>
            </p:nvCxnSpPr>
            <p:spPr>
              <a:xfrm flipH="1">
                <a:off x="9859625" y="1664604"/>
                <a:ext cx="1730742" cy="1490475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5332A82-361C-77BF-FEFB-B2420E5D8AF2}"/>
                  </a:ext>
                </a:extLst>
              </p:cNvPr>
              <p:cNvCxnSpPr>
                <a:cxnSpLocks/>
                <a:stCxn id="11" idx="6"/>
                <a:endCxn id="16" idx="2"/>
              </p:cNvCxnSpPr>
              <p:nvPr/>
            </p:nvCxnSpPr>
            <p:spPr>
              <a:xfrm>
                <a:off x="10724997" y="1664609"/>
                <a:ext cx="876880" cy="149047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114807A-1A02-E70B-2A16-A6E07D569DAA}"/>
                  </a:ext>
                </a:extLst>
              </p:cNvPr>
              <p:cNvCxnSpPr>
                <a:cxnSpLocks/>
                <a:stCxn id="11" idx="6"/>
                <a:endCxn id="17" idx="2"/>
              </p:cNvCxnSpPr>
              <p:nvPr/>
            </p:nvCxnSpPr>
            <p:spPr>
              <a:xfrm>
                <a:off x="10724997" y="1664609"/>
                <a:ext cx="0" cy="1490471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7F46232-13E5-5E0F-A086-DA58E737F607}"/>
                  </a:ext>
                </a:extLst>
              </p:cNvPr>
              <p:cNvCxnSpPr>
                <a:cxnSpLocks/>
                <a:stCxn id="11" idx="6"/>
                <a:endCxn id="18" idx="2"/>
              </p:cNvCxnSpPr>
              <p:nvPr/>
            </p:nvCxnSpPr>
            <p:spPr>
              <a:xfrm flipH="1">
                <a:off x="9859625" y="1664609"/>
                <a:ext cx="865372" cy="149047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46B5111-5CEF-B34E-327D-BABD43AF8ACF}"/>
                  </a:ext>
                </a:extLst>
              </p:cNvPr>
              <p:cNvCxnSpPr>
                <a:cxnSpLocks/>
                <a:stCxn id="12" idx="6"/>
                <a:endCxn id="16" idx="2"/>
              </p:cNvCxnSpPr>
              <p:nvPr/>
            </p:nvCxnSpPr>
            <p:spPr>
              <a:xfrm>
                <a:off x="9859625" y="1664604"/>
                <a:ext cx="1742252" cy="1490475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846EC7D-EAE8-192A-43D2-D01F1F65F0DD}"/>
                  </a:ext>
                </a:extLst>
              </p:cNvPr>
              <p:cNvCxnSpPr>
                <a:cxnSpLocks/>
                <a:stCxn id="12" idx="6"/>
                <a:endCxn id="17" idx="2"/>
              </p:cNvCxnSpPr>
              <p:nvPr/>
            </p:nvCxnSpPr>
            <p:spPr>
              <a:xfrm>
                <a:off x="9859625" y="1664604"/>
                <a:ext cx="865372" cy="1490476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4F8629B-ACF2-4501-E827-EC0E1E749FA6}"/>
                  </a:ext>
                </a:extLst>
              </p:cNvPr>
              <p:cNvCxnSpPr>
                <a:cxnSpLocks/>
                <a:stCxn id="12" idx="6"/>
                <a:endCxn id="18" idx="2"/>
              </p:cNvCxnSpPr>
              <p:nvPr/>
            </p:nvCxnSpPr>
            <p:spPr>
              <a:xfrm>
                <a:off x="9859625" y="1664604"/>
                <a:ext cx="0" cy="1490475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B4B53A7-61F6-A327-2CA3-37FC19E397B4}"/>
                  </a:ext>
                </a:extLst>
              </p:cNvPr>
              <p:cNvSpPr/>
              <p:nvPr/>
            </p:nvSpPr>
            <p:spPr>
              <a:xfrm rot="5400000">
                <a:off x="11277363" y="5293428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242CF5B-FFC1-B111-86EA-30BBFB9CB2C8}"/>
                  </a:ext>
                </a:extLst>
              </p:cNvPr>
              <p:cNvSpPr/>
              <p:nvPr/>
            </p:nvSpPr>
            <p:spPr>
              <a:xfrm rot="5400000">
                <a:off x="10400483" y="5293428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FFCEB88-F4FA-CC12-CF1C-C8E66A8BF263}"/>
                  </a:ext>
                </a:extLst>
              </p:cNvPr>
              <p:cNvSpPr/>
              <p:nvPr/>
            </p:nvSpPr>
            <p:spPr>
              <a:xfrm rot="5400000">
                <a:off x="9535111" y="5293428"/>
                <a:ext cx="649027" cy="6513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CFD2A57-9FA7-2ADD-5D64-163FF375F143}"/>
                  </a:ext>
                </a:extLst>
              </p:cNvPr>
              <p:cNvCxnSpPr>
                <a:cxnSpLocks/>
                <a:stCxn id="16" idx="6"/>
                <a:endCxn id="57" idx="2"/>
              </p:cNvCxnSpPr>
              <p:nvPr/>
            </p:nvCxnSpPr>
            <p:spPr>
              <a:xfrm flipH="1">
                <a:off x="10724997" y="3804106"/>
                <a:ext cx="876880" cy="1490474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48109E8-BC26-908F-8477-21CD5A5C6796}"/>
                  </a:ext>
                </a:extLst>
              </p:cNvPr>
              <p:cNvCxnSpPr>
                <a:cxnSpLocks/>
                <a:stCxn id="16" idx="6"/>
                <a:endCxn id="58" idx="2"/>
              </p:cNvCxnSpPr>
              <p:nvPr/>
            </p:nvCxnSpPr>
            <p:spPr>
              <a:xfrm flipH="1">
                <a:off x="9859625" y="3804106"/>
                <a:ext cx="1742252" cy="1490474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A749315-0ACA-4355-E5DF-492B4A3797C2}"/>
                  </a:ext>
                </a:extLst>
              </p:cNvPr>
              <p:cNvCxnSpPr>
                <a:cxnSpLocks/>
                <a:endCxn id="56" idx="2"/>
              </p:cNvCxnSpPr>
              <p:nvPr/>
            </p:nvCxnSpPr>
            <p:spPr>
              <a:xfrm>
                <a:off x="10771097" y="3818967"/>
                <a:ext cx="830780" cy="1475613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86DD021-5249-9F83-5F55-2F12547785F8}"/>
                  </a:ext>
                </a:extLst>
              </p:cNvPr>
              <p:cNvCxnSpPr>
                <a:cxnSpLocks/>
                <a:endCxn id="57" idx="2"/>
              </p:cNvCxnSpPr>
              <p:nvPr/>
            </p:nvCxnSpPr>
            <p:spPr>
              <a:xfrm rot="5400000" flipV="1">
                <a:off x="9804966" y="4374551"/>
                <a:ext cx="1838907" cy="115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A4EAA87-A7B1-6C89-230E-DE4CB3096CF2}"/>
                  </a:ext>
                </a:extLst>
              </p:cNvPr>
              <p:cNvCxnSpPr>
                <a:cxnSpLocks/>
                <a:stCxn id="17" idx="6"/>
                <a:endCxn id="58" idx="2"/>
              </p:cNvCxnSpPr>
              <p:nvPr/>
            </p:nvCxnSpPr>
            <p:spPr>
              <a:xfrm flipH="1">
                <a:off x="9859625" y="3804107"/>
                <a:ext cx="865372" cy="1490473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1E0377E-75C9-4B8B-9375-F35CF8E9B993}"/>
                  </a:ext>
                </a:extLst>
              </p:cNvPr>
              <p:cNvCxnSpPr>
                <a:cxnSpLocks/>
                <a:stCxn id="18" idx="6"/>
                <a:endCxn id="56" idx="2"/>
              </p:cNvCxnSpPr>
              <p:nvPr/>
            </p:nvCxnSpPr>
            <p:spPr>
              <a:xfrm>
                <a:off x="9859625" y="3804106"/>
                <a:ext cx="1742252" cy="1490474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41F5EAC2-6BD7-C44E-D1C3-F0900F847BDA}"/>
                  </a:ext>
                </a:extLst>
              </p:cNvPr>
              <p:cNvCxnSpPr>
                <a:cxnSpLocks/>
                <a:stCxn id="18" idx="6"/>
                <a:endCxn id="57" idx="2"/>
              </p:cNvCxnSpPr>
              <p:nvPr/>
            </p:nvCxnSpPr>
            <p:spPr>
              <a:xfrm>
                <a:off x="9859625" y="3804106"/>
                <a:ext cx="865372" cy="1490474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C0A8631D-0501-5818-4254-17E8815CA6DD}"/>
                  </a:ext>
                </a:extLst>
              </p:cNvPr>
              <p:cNvCxnSpPr>
                <a:cxnSpLocks/>
                <a:endCxn id="58" idx="2"/>
              </p:cNvCxnSpPr>
              <p:nvPr/>
            </p:nvCxnSpPr>
            <p:spPr>
              <a:xfrm rot="5400000" flipV="1">
                <a:off x="8939593" y="4374548"/>
                <a:ext cx="1838912" cy="115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CDA7E579-9017-A71E-0120-71E78CFF597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690068" y="4374548"/>
              <a:ext cx="1838912" cy="115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20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AD74-0A63-81F0-7145-31AF423F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0AD86-7304-0130-D37B-C5902B1AA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what machine learning actually does, and where it genuinely helps</a:t>
            </a:r>
          </a:p>
          <a:p>
            <a:r>
              <a:t>Demystify the technology, so the vocabulary stops being a barrier</a:t>
            </a:r>
          </a:p>
          <a:p>
            <a:r>
              <a:t>Recognise the strengths, and be precise about the weaknesses</a:t>
            </a:r>
          </a:p>
          <a:p>
            <a:r>
              <a:t>Know what to ask when someone brings you a model</a:t>
            </a:r>
          </a:p>
        </p:txBody>
      </p:sp>
    </p:spTree>
    <p:extLst>
      <p:ext uri="{BB962C8B-B14F-4D97-AF65-F5344CB8AC3E}">
        <p14:creationId xmlns:p14="http://schemas.microsoft.com/office/powerpoint/2010/main" val="2657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Four-Part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Session 1 — How Machines Learn</a:t>
            </a:r>
          </a:p>
          <a:p>
            <a:pPr lvl="1"/>
            <a:r>
              <a:rPr dirty="0"/>
              <a:t>What machine learning is, how a model is trained, and why it is not programming</a:t>
            </a:r>
          </a:p>
          <a:p>
            <a:r>
              <a:rPr dirty="0"/>
              <a:t>Session 2 — Classical Machine Learning</a:t>
            </a:r>
          </a:p>
          <a:p>
            <a:pPr lvl="1"/>
            <a:r>
              <a:rPr dirty="0"/>
              <a:t>The model families you will meet, and how to tell whether one works</a:t>
            </a:r>
          </a:p>
          <a:p>
            <a:r>
              <a:rPr dirty="0"/>
              <a:t>Session 3 — Deep Learning and Generative AI</a:t>
            </a:r>
          </a:p>
          <a:p>
            <a:pPr lvl="1"/>
            <a:r>
              <a:rPr dirty="0"/>
              <a:t>Neural networks, large language models, and what safe deployment demands</a:t>
            </a:r>
          </a:p>
          <a:p>
            <a:r>
              <a:rPr dirty="0"/>
              <a:t>Session 4 — From Models to Agents</a:t>
            </a:r>
          </a:p>
          <a:p>
            <a:pPr lvl="1"/>
            <a:r>
              <a:rPr dirty="0"/>
              <a:t>When a model stops predicting and starts acting on your behalf</a:t>
            </a:r>
          </a:p>
          <a:p>
            <a:endParaRPr dirty="0"/>
          </a:p>
          <a:p>
            <a:r>
              <a:rPr dirty="0"/>
              <a:t>Bonus session — Introduction to Quantum Computing</a:t>
            </a:r>
            <a:endParaRPr lang="en-CA" dirty="0"/>
          </a:p>
          <a:p>
            <a:r>
              <a:rPr dirty="0"/>
              <a:t>Each session stands on its own. Every patient in the examples is simulated.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1CF1-76FD-82CE-9E6F-B600AFDC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222C5D7-DF69-F049-9FC8-17260FDC2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95" y="1744072"/>
            <a:ext cx="8134425" cy="1079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95906D-FA41-CB68-6425-935F9E40B497}"/>
              </a:ext>
            </a:extLst>
          </p:cNvPr>
          <p:cNvSpPr txBox="1"/>
          <p:nvPr/>
        </p:nvSpPr>
        <p:spPr>
          <a:xfrm>
            <a:off x="238539" y="262392"/>
            <a:ext cx="2814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Traditional</a:t>
            </a:r>
          </a:p>
          <a:p>
            <a:r>
              <a:rPr lang="en-US" sz="3600" b="1" dirty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Industry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27536-CBA7-B4ED-DB67-AEB9264405B0}"/>
              </a:ext>
            </a:extLst>
          </p:cNvPr>
          <p:cNvSpPr txBox="1"/>
          <p:nvPr/>
        </p:nvSpPr>
        <p:spPr>
          <a:xfrm>
            <a:off x="5349094" y="1234948"/>
            <a:ext cx="28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19C6B-DB92-D478-14DB-9A1032DCF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431" y="2798686"/>
            <a:ext cx="2451100" cy="2024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E782EA-0738-0135-BF4A-F18244ED2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016" y="2798686"/>
            <a:ext cx="2451100" cy="2024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BEF3FE-4B92-95C3-5BC9-A81BCF630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301" y="2798686"/>
            <a:ext cx="2451100" cy="2024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A695BF-274E-9D3B-0103-90F90B316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38" y="3586284"/>
            <a:ext cx="1192541" cy="448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40B228-CCD9-9F86-1FF4-3C2CCE1FD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610" y="3586284"/>
            <a:ext cx="1192541" cy="448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2CA788-D010-B00E-D770-DF560AC00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60" y="3586284"/>
            <a:ext cx="1192541" cy="4488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BAD71A-44A1-90B4-4F6F-7A1EFF133239}"/>
              </a:ext>
            </a:extLst>
          </p:cNvPr>
          <p:cNvSpPr txBox="1"/>
          <p:nvPr/>
        </p:nvSpPr>
        <p:spPr>
          <a:xfrm>
            <a:off x="230960" y="3138138"/>
            <a:ext cx="119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Tradition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C91F34-321B-2AFE-00D7-D5A36A64C32A}"/>
              </a:ext>
            </a:extLst>
          </p:cNvPr>
          <p:cNvSpPr txBox="1"/>
          <p:nvPr/>
        </p:nvSpPr>
        <p:spPr>
          <a:xfrm>
            <a:off x="1534623" y="3619691"/>
            <a:ext cx="245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Knowledge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A889FB-DF32-4517-05A7-F12606BBE9A3}"/>
              </a:ext>
            </a:extLst>
          </p:cNvPr>
          <p:cNvSpPr txBox="1"/>
          <p:nvPr/>
        </p:nvSpPr>
        <p:spPr>
          <a:xfrm>
            <a:off x="5472639" y="3497771"/>
            <a:ext cx="245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Education</a:t>
            </a:r>
            <a:b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and Policy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7306F-23CE-AC2C-ED9D-AB569DFC7FD1}"/>
              </a:ext>
            </a:extLst>
          </p:cNvPr>
          <p:cNvSpPr txBox="1"/>
          <p:nvPr/>
        </p:nvSpPr>
        <p:spPr>
          <a:xfrm>
            <a:off x="9274918" y="3619691"/>
            <a:ext cx="245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Behaviour</a:t>
            </a:r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8015FAA-EB6C-97A7-BB92-7EE65C438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504" y="2365930"/>
            <a:ext cx="580274" cy="36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9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9DC4-C344-A7B5-98BA-12400054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D6B291-C454-38FE-4BE4-2057055A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95" y="4671099"/>
            <a:ext cx="7151174" cy="13363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463ADEF-857A-32B0-58C2-7EB8A3DE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95" y="1744072"/>
            <a:ext cx="8134425" cy="1079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C55569-F231-B11E-6915-934D08D15094}"/>
              </a:ext>
            </a:extLst>
          </p:cNvPr>
          <p:cNvSpPr txBox="1"/>
          <p:nvPr/>
        </p:nvSpPr>
        <p:spPr>
          <a:xfrm>
            <a:off x="238539" y="262392"/>
            <a:ext cx="2814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Scientific</a:t>
            </a:r>
          </a:p>
          <a:p>
            <a:r>
              <a:rPr lang="en-US" sz="3600" b="1" dirty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Industry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764F8-8B9A-A542-B6B9-CAA22565A9F7}"/>
              </a:ext>
            </a:extLst>
          </p:cNvPr>
          <p:cNvSpPr txBox="1"/>
          <p:nvPr/>
        </p:nvSpPr>
        <p:spPr>
          <a:xfrm>
            <a:off x="5349094" y="1234948"/>
            <a:ext cx="28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5EB91-FE44-E321-3980-1C82494CF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431" y="2798686"/>
            <a:ext cx="2451100" cy="2024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263FEC-A974-77B8-51AA-E8A3ED2D1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016" y="2798686"/>
            <a:ext cx="2451100" cy="2024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1F9B3A-B241-ACC8-1C4B-40C32B760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301" y="2798686"/>
            <a:ext cx="2451100" cy="2024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D0A330-4BC5-BACB-B2AD-7161ED9FC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138" y="3586284"/>
            <a:ext cx="1192541" cy="448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51157-8DB0-7A30-C781-29504D1D5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610" y="3586284"/>
            <a:ext cx="1192541" cy="448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375CAF-6BEC-3A44-D81B-CBEC035E3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60" y="3586284"/>
            <a:ext cx="1192541" cy="4488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B55BEB-5B4A-3241-5FAB-42A9C5263FB3}"/>
              </a:ext>
            </a:extLst>
          </p:cNvPr>
          <p:cNvSpPr txBox="1"/>
          <p:nvPr/>
        </p:nvSpPr>
        <p:spPr>
          <a:xfrm>
            <a:off x="230960" y="3138138"/>
            <a:ext cx="119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Tradition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BD3158-576D-4EDD-434F-C16EA438DBBE}"/>
              </a:ext>
            </a:extLst>
          </p:cNvPr>
          <p:cNvSpPr txBox="1"/>
          <p:nvPr/>
        </p:nvSpPr>
        <p:spPr>
          <a:xfrm>
            <a:off x="1534623" y="3619691"/>
            <a:ext cx="245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Knowledge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369CE-2D94-FAFA-8BDA-650B993DD7D7}"/>
              </a:ext>
            </a:extLst>
          </p:cNvPr>
          <p:cNvSpPr txBox="1"/>
          <p:nvPr/>
        </p:nvSpPr>
        <p:spPr>
          <a:xfrm>
            <a:off x="5472639" y="3497771"/>
            <a:ext cx="245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Education</a:t>
            </a:r>
            <a:b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and Policy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D8B03E-6E1C-6AF0-4B78-7A2CD972FEDF}"/>
              </a:ext>
            </a:extLst>
          </p:cNvPr>
          <p:cNvSpPr txBox="1"/>
          <p:nvPr/>
        </p:nvSpPr>
        <p:spPr>
          <a:xfrm>
            <a:off x="9274918" y="3619691"/>
            <a:ext cx="245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Behaviour</a:t>
            </a:r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D16C619-CD07-9F63-34D0-18C330E72F48}"/>
              </a:ext>
            </a:extLst>
          </p:cNvPr>
          <p:cNvSpPr/>
          <p:nvPr/>
        </p:nvSpPr>
        <p:spPr>
          <a:xfrm>
            <a:off x="9444396" y="4202462"/>
            <a:ext cx="460742" cy="44880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7CE43-6C90-683D-9376-12A05FB1E793}"/>
              </a:ext>
            </a:extLst>
          </p:cNvPr>
          <p:cNvSpPr txBox="1"/>
          <p:nvPr/>
        </p:nvSpPr>
        <p:spPr>
          <a:xfrm>
            <a:off x="5349094" y="6184904"/>
            <a:ext cx="28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Scientific Research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94D454-5A7F-810A-9DD3-DCC22C2AB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367504" y="4938442"/>
            <a:ext cx="580274" cy="3696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FD295D0-8F69-0E0E-C988-2D33D946D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7504" y="2365930"/>
            <a:ext cx="580274" cy="36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0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58F7-8702-C146-123F-56BD5054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5DB3CF-5FAD-207C-0293-F576A0DB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95" y="4671099"/>
            <a:ext cx="7151174" cy="13363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3C7356-BEA3-EBDD-9CC1-FA7A9B692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95" y="1744072"/>
            <a:ext cx="8134425" cy="1079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0E0281-5FE6-8ABE-52D1-894AE85D3ADA}"/>
              </a:ext>
            </a:extLst>
          </p:cNvPr>
          <p:cNvSpPr txBox="1"/>
          <p:nvPr/>
        </p:nvSpPr>
        <p:spPr>
          <a:xfrm>
            <a:off x="238539" y="262392"/>
            <a:ext cx="2814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AI Assisted</a:t>
            </a:r>
          </a:p>
          <a:p>
            <a:r>
              <a:rPr lang="en-US" sz="3600" b="1" dirty="0">
                <a:solidFill>
                  <a:schemeClr val="accent2"/>
                </a:solidFill>
                <a:latin typeface="Poppins" pitchFamily="2" charset="77"/>
                <a:cs typeface="Poppins" pitchFamily="2" charset="77"/>
              </a:rPr>
              <a:t>Industry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EDDB8-9CA2-350D-18EF-B713157B9209}"/>
              </a:ext>
            </a:extLst>
          </p:cNvPr>
          <p:cNvSpPr txBox="1"/>
          <p:nvPr/>
        </p:nvSpPr>
        <p:spPr>
          <a:xfrm>
            <a:off x="5349094" y="1234948"/>
            <a:ext cx="28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B67C2-7D2D-1688-B41B-AEDAB0AF8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431" y="2798686"/>
            <a:ext cx="2451100" cy="2024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235BB-82DC-77D5-8F93-96F2DC8D5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016" y="2798686"/>
            <a:ext cx="2451100" cy="2024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FA7CA3-9EA9-ED27-A0A7-AAF212BC3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301" y="2798686"/>
            <a:ext cx="2451100" cy="2024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89DCFC-0F39-1CCA-C771-3B7AA410B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138" y="3586284"/>
            <a:ext cx="1192541" cy="448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C42E39-22B3-3284-C205-E73C8B684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610" y="3586284"/>
            <a:ext cx="1192541" cy="448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2390F8-5289-10AC-3E7A-E2AB4EC79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60" y="3586284"/>
            <a:ext cx="1192541" cy="4488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2C85C17-C0F3-43BE-998A-D8DCACD77EC2}"/>
              </a:ext>
            </a:extLst>
          </p:cNvPr>
          <p:cNvSpPr txBox="1"/>
          <p:nvPr/>
        </p:nvSpPr>
        <p:spPr>
          <a:xfrm>
            <a:off x="230960" y="3138138"/>
            <a:ext cx="119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Tradition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B783A3-4913-116B-B861-F8576656CE52}"/>
              </a:ext>
            </a:extLst>
          </p:cNvPr>
          <p:cNvSpPr txBox="1"/>
          <p:nvPr/>
        </p:nvSpPr>
        <p:spPr>
          <a:xfrm>
            <a:off x="1534623" y="3619691"/>
            <a:ext cx="245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Knowledge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D7EB50-A2F1-7931-EFA5-A1414B4C5EBA}"/>
              </a:ext>
            </a:extLst>
          </p:cNvPr>
          <p:cNvSpPr txBox="1"/>
          <p:nvPr/>
        </p:nvSpPr>
        <p:spPr>
          <a:xfrm>
            <a:off x="5472639" y="3497771"/>
            <a:ext cx="245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Education</a:t>
            </a:r>
            <a:b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</a:br>
            <a:r>
              <a:rPr lang="en-US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and Policy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990531-E05C-7165-47C4-2F7FF8A62287}"/>
              </a:ext>
            </a:extLst>
          </p:cNvPr>
          <p:cNvSpPr txBox="1"/>
          <p:nvPr/>
        </p:nvSpPr>
        <p:spPr>
          <a:xfrm>
            <a:off x="9274918" y="3619691"/>
            <a:ext cx="245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Behaviour</a:t>
            </a:r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724EB92-1BC5-47C2-4379-41C5FEA3D2BB}"/>
              </a:ext>
            </a:extLst>
          </p:cNvPr>
          <p:cNvSpPr/>
          <p:nvPr/>
        </p:nvSpPr>
        <p:spPr>
          <a:xfrm>
            <a:off x="9444396" y="4202462"/>
            <a:ext cx="460742" cy="44880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262B08-D1B4-8898-CEB7-F9A78FE52447}"/>
              </a:ext>
            </a:extLst>
          </p:cNvPr>
          <p:cNvSpPr txBox="1"/>
          <p:nvPr/>
        </p:nvSpPr>
        <p:spPr>
          <a:xfrm>
            <a:off x="5349094" y="6184904"/>
            <a:ext cx="28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Scientific Research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4AECA3-D063-CD98-5C98-910212FE6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2325" y="4651268"/>
            <a:ext cx="1673821" cy="13561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0D1A6F-B3C4-0A1E-BF96-A38BCEDD5E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1194512" y="4938442"/>
            <a:ext cx="580274" cy="36966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A512331-F1EC-59B0-2519-BE347D4D16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2367504" y="4938442"/>
            <a:ext cx="580274" cy="3696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ED3895D-9939-8B92-7B4C-0C6303B060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7504" y="2365930"/>
            <a:ext cx="580274" cy="36966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DCF7680-6B58-DD49-6AAD-7002BB79F819}"/>
              </a:ext>
            </a:extLst>
          </p:cNvPr>
          <p:cNvSpPr txBox="1"/>
          <p:nvPr/>
        </p:nvSpPr>
        <p:spPr>
          <a:xfrm>
            <a:off x="9328470" y="6184904"/>
            <a:ext cx="281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427503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5FB6-474F-92AD-9FA8-6BC4786E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099A-BB63-B70C-2C98-F451C050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cs typeface="Poppins" pitchFamily="2" charset="77"/>
              </a:rPr>
              <a:t>Traditional Information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FDF7F-413C-EBEC-A57E-5645F19CE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use information technology to store, process, retrieve, and present data and to help automate tasks </a:t>
            </a:r>
          </a:p>
          <a:p>
            <a:r>
              <a:rPr lang="en-CA" dirty="0"/>
              <a:t>We are familiar with the idea of programming a computer to perform these tasks </a:t>
            </a:r>
          </a:p>
          <a:p>
            <a:r>
              <a:rPr lang="en-CA" dirty="0"/>
              <a:t>Programming involves providing a specific set of detailed instructions to the computer </a:t>
            </a:r>
          </a:p>
          <a:p>
            <a:r>
              <a:rPr lang="en-CA" dirty="0"/>
              <a:t>It then carries out these instructions precisely and rapidly</a:t>
            </a:r>
          </a:p>
        </p:txBody>
      </p:sp>
    </p:spTree>
    <p:extLst>
      <p:ext uri="{BB962C8B-B14F-4D97-AF65-F5344CB8AC3E}">
        <p14:creationId xmlns:p14="http://schemas.microsoft.com/office/powerpoint/2010/main" val="424563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D2825C-FDE6-0EAF-E4BE-BAAAA299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2015"/>
            <a:ext cx="7772400" cy="599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6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A6B9-D80B-0015-45E9-C52D28B0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46C3E652-85F7-AD04-9591-2B6E03B90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" t="13004" r="1121"/>
          <a:stretch>
            <a:fillRect/>
          </a:stretch>
        </p:blipFill>
        <p:spPr>
          <a:xfrm>
            <a:off x="1275111" y="1373370"/>
            <a:ext cx="9641777" cy="47678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FBCD25-9DE7-7D65-33B8-5A3EF7D05CAB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Information Technology - Precise Digital (Binary) Computer</a:t>
            </a:r>
          </a:p>
        </p:txBody>
      </p:sp>
    </p:spTree>
    <p:extLst>
      <p:ext uri="{BB962C8B-B14F-4D97-AF65-F5344CB8AC3E}">
        <p14:creationId xmlns:p14="http://schemas.microsoft.com/office/powerpoint/2010/main" val="338075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2C9E5-CE3A-2D59-5038-3294834EE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9C763B2-231F-F2DC-226D-CF22F6AA78D7}"/>
              </a:ext>
            </a:extLst>
          </p:cNvPr>
          <p:cNvSpPr txBox="1"/>
          <p:nvPr/>
        </p:nvSpPr>
        <p:spPr>
          <a:xfrm>
            <a:off x="1230604" y="2980343"/>
            <a:ext cx="2451381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 = 3.2 * x + 12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print(y)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C7FC66-2698-6C75-7888-2C2E965B8551}"/>
              </a:ext>
            </a:extLst>
          </p:cNvPr>
          <p:cNvSpPr txBox="1"/>
          <p:nvPr/>
        </p:nvSpPr>
        <p:spPr>
          <a:xfrm>
            <a:off x="1230604" y="1541807"/>
            <a:ext cx="2536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kern="0" spc="-30" dirty="0">
                <a:latin typeface="Poppins" pitchFamily="2" charset="77"/>
                <a:cs typeface="Poppins" pitchFamily="2" charset="77"/>
              </a:rPr>
              <a:t>Source Code (Script)</a:t>
            </a:r>
          </a:p>
        </p:txBody>
      </p:sp>
      <p:pic>
        <p:nvPicPr>
          <p:cNvPr id="15" name="Graphic 14" descr="Laptop">
            <a:extLst>
              <a:ext uri="{FF2B5EF4-FFF2-40B4-BE49-F238E27FC236}">
                <a16:creationId xmlns:a16="http://schemas.microsoft.com/office/drawing/2014/main" id="{9DC3C649-AC7C-D69A-D22E-B28D2343F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751" y="2566937"/>
            <a:ext cx="1691263" cy="1750142"/>
          </a:xfrm>
          <a:prstGeom prst="rect">
            <a:avLst/>
          </a:prstGeom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AEB0B70A-A83D-1E5B-E15F-A93F7490DC4C}"/>
              </a:ext>
            </a:extLst>
          </p:cNvPr>
          <p:cNvSpPr/>
          <p:nvPr/>
        </p:nvSpPr>
        <p:spPr>
          <a:xfrm>
            <a:off x="4223564" y="3321338"/>
            <a:ext cx="804654" cy="241341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A85217-3AE7-F988-3ACB-5E7713CA37A3}"/>
              </a:ext>
            </a:extLst>
          </p:cNvPr>
          <p:cNvSpPr txBox="1"/>
          <p:nvPr/>
        </p:nvSpPr>
        <p:spPr>
          <a:xfrm>
            <a:off x="5091756" y="1503404"/>
            <a:ext cx="2271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kern="0" spc="-30" dirty="0">
                <a:latin typeface="Poppins" pitchFamily="2" charset="77"/>
                <a:cs typeface="Poppins" pitchFamily="2" charset="77"/>
              </a:rPr>
              <a:t>Compiler (Interpreter)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382BEF-AA3F-1443-7814-44EBB31C8926}"/>
              </a:ext>
            </a:extLst>
          </p:cNvPr>
          <p:cNvSpPr txBox="1"/>
          <p:nvPr/>
        </p:nvSpPr>
        <p:spPr>
          <a:xfrm>
            <a:off x="8535253" y="1503404"/>
            <a:ext cx="2271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kern="0" spc="-30" dirty="0">
                <a:latin typeface="Poppins" pitchFamily="2" charset="77"/>
                <a:cs typeface="Poppins" pitchFamily="2" charset="77"/>
              </a:rPr>
              <a:t>Instructions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009B342-9FF9-7B9A-346A-F881DDBF6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930178"/>
              </p:ext>
            </p:extLst>
          </p:nvPr>
        </p:nvGraphicFramePr>
        <p:xfrm>
          <a:off x="8887412" y="1930897"/>
          <a:ext cx="1566933" cy="38236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6933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01011100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11001111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00100110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01101001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10010101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607613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00101110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445773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00000010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78269"/>
                  </a:ext>
                </a:extLst>
              </a:tr>
              <a:tr h="424848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10100010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481376"/>
                  </a:ext>
                </a:extLst>
              </a:tr>
            </a:tbl>
          </a:graphicData>
        </a:graphic>
      </p:graphicFrame>
      <p:sp>
        <p:nvSpPr>
          <p:cNvPr id="24" name="Right Arrow 23">
            <a:extLst>
              <a:ext uri="{FF2B5EF4-FFF2-40B4-BE49-F238E27FC236}">
                <a16:creationId xmlns:a16="http://schemas.microsoft.com/office/drawing/2014/main" id="{8FBD5987-273D-EEB6-AA9C-787C7D3215A1}"/>
              </a:ext>
            </a:extLst>
          </p:cNvPr>
          <p:cNvSpPr/>
          <p:nvPr/>
        </p:nvSpPr>
        <p:spPr>
          <a:xfrm>
            <a:off x="7460198" y="3321338"/>
            <a:ext cx="804654" cy="241341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1CBCD-93A9-7F1E-16CE-6B2600DFD469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1044906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91F9-C2C6-4D57-7484-9DD570C0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1CF3-B172-F892-DD39-9CDCEC7B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cs typeface="Poppins" pitchFamily="2" charset="77"/>
              </a:rPr>
              <a:t>Limits of Traditional Information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E3408-89EC-90EA-E4D6-FC6E047D9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 tasks are difficult to express exactly as a program</a:t>
            </a:r>
          </a:p>
          <a:p>
            <a:r>
              <a:rPr lang="en-CA" dirty="0"/>
              <a:t>If we attempt to provide a set of rules, we quickly get overwhelmed by all the possible situations</a:t>
            </a:r>
          </a:p>
          <a:p>
            <a:r>
              <a:rPr lang="en-CA" dirty="0"/>
              <a:t>The task may be something that we have learned by experience and therefore it can be very difficult to express it in terms of precise instructions for a machine</a:t>
            </a:r>
          </a:p>
          <a:p>
            <a:r>
              <a:rPr lang="en-CA" dirty="0"/>
              <a:t>We need a more intelligent approach</a:t>
            </a:r>
          </a:p>
        </p:txBody>
      </p:sp>
    </p:spTree>
    <p:extLst>
      <p:ext uri="{BB962C8B-B14F-4D97-AF65-F5344CB8AC3E}">
        <p14:creationId xmlns:p14="http://schemas.microsoft.com/office/powerpoint/2010/main" val="4094793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28E91B-57B7-EE51-384A-E31BC3744E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EB49DF-BD9C-2226-46A7-DA114C5BD65F}"/>
              </a:ext>
            </a:extLst>
          </p:cNvPr>
          <p:cNvGrpSpPr/>
          <p:nvPr/>
        </p:nvGrpSpPr>
        <p:grpSpPr>
          <a:xfrm>
            <a:off x="3037562" y="370562"/>
            <a:ext cx="6116875" cy="6116875"/>
            <a:chOff x="3037562" y="370562"/>
            <a:chExt cx="6116875" cy="611687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74AD7D-D8B4-E07A-5F77-8D795C3EE8AA}"/>
                </a:ext>
              </a:extLst>
            </p:cNvPr>
            <p:cNvSpPr/>
            <p:nvPr/>
          </p:nvSpPr>
          <p:spPr>
            <a:xfrm>
              <a:off x="3037562" y="370562"/>
              <a:ext cx="6116875" cy="611687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DCEE444-90D6-462B-8390-FCF5103DA601}"/>
                </a:ext>
              </a:extLst>
            </p:cNvPr>
            <p:cNvSpPr/>
            <p:nvPr/>
          </p:nvSpPr>
          <p:spPr>
            <a:xfrm>
              <a:off x="3547929" y="1097959"/>
              <a:ext cx="5096140" cy="523427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7C1900-B005-35F1-618B-CF0EAD9795CC}"/>
                </a:ext>
              </a:extLst>
            </p:cNvPr>
            <p:cNvSpPr txBox="1"/>
            <p:nvPr/>
          </p:nvSpPr>
          <p:spPr>
            <a:xfrm>
              <a:off x="4618100" y="607030"/>
              <a:ext cx="29557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Artificial Intelligence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DA887-9E88-C0A0-706A-50F3D060D9B0}"/>
                </a:ext>
              </a:extLst>
            </p:cNvPr>
            <p:cNvSpPr txBox="1"/>
            <p:nvPr/>
          </p:nvSpPr>
          <p:spPr>
            <a:xfrm>
              <a:off x="4754469" y="1418696"/>
              <a:ext cx="2683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Machine Learning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793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C32C-F7B0-50C2-4637-B54A45BE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63305" cy="4601183"/>
          </a:xfrm>
        </p:spPr>
        <p:txBody>
          <a:bodyPr/>
          <a:lstStyle/>
          <a:p>
            <a:r>
              <a:rPr lang="en-US" b="1" dirty="0">
                <a:cs typeface="Poppins" pitchFamily="2" charset="77"/>
              </a:rPr>
              <a:t>Foundations of Machine Learning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5DFE7E-B2A2-961B-EF5F-10FD0AAA2B83}"/>
              </a:ext>
            </a:extLst>
          </p:cNvPr>
          <p:cNvSpPr/>
          <p:nvPr/>
        </p:nvSpPr>
        <p:spPr>
          <a:xfrm>
            <a:off x="4937761" y="2718816"/>
            <a:ext cx="3167728" cy="3167728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026F94-F970-E5EB-56D4-F41319C5C082}"/>
              </a:ext>
            </a:extLst>
          </p:cNvPr>
          <p:cNvSpPr/>
          <p:nvPr/>
        </p:nvSpPr>
        <p:spPr>
          <a:xfrm>
            <a:off x="7043701" y="2718816"/>
            <a:ext cx="3167728" cy="3167728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1F1906-9009-D93F-7F77-6E80C6EF1239}"/>
              </a:ext>
            </a:extLst>
          </p:cNvPr>
          <p:cNvSpPr/>
          <p:nvPr/>
        </p:nvSpPr>
        <p:spPr>
          <a:xfrm>
            <a:off x="5981596" y="971456"/>
            <a:ext cx="3167728" cy="3167728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3B111E-CB44-C0BD-9BA3-3ACE68A52CC9}"/>
              </a:ext>
            </a:extLst>
          </p:cNvPr>
          <p:cNvSpPr txBox="1"/>
          <p:nvPr/>
        </p:nvSpPr>
        <p:spPr>
          <a:xfrm>
            <a:off x="6926398" y="3496056"/>
            <a:ext cx="1306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ML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5FD1C-33D8-CCB0-EEE4-F1585F265194}"/>
              </a:ext>
            </a:extLst>
          </p:cNvPr>
          <p:cNvSpPr txBox="1"/>
          <p:nvPr/>
        </p:nvSpPr>
        <p:spPr>
          <a:xfrm>
            <a:off x="5075659" y="4259510"/>
            <a:ext cx="1509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Data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4F5DC4-AD3E-2C6A-2D7F-CF4DCF1F0245}"/>
              </a:ext>
            </a:extLst>
          </p:cNvPr>
          <p:cNvSpPr txBox="1"/>
          <p:nvPr/>
        </p:nvSpPr>
        <p:spPr>
          <a:xfrm>
            <a:off x="8281541" y="4259510"/>
            <a:ext cx="2103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Compute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91DE7-45EF-B00F-3463-0DC21D982941}"/>
              </a:ext>
            </a:extLst>
          </p:cNvPr>
          <p:cNvSpPr txBox="1"/>
          <p:nvPr/>
        </p:nvSpPr>
        <p:spPr>
          <a:xfrm>
            <a:off x="6431850" y="1324346"/>
            <a:ext cx="22672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Learning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985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20645-1F66-7408-EDCD-340F59FE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B8ED-1B9A-E080-FFBC-0E8AF7BB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63305" cy="4601183"/>
          </a:xfrm>
        </p:spPr>
        <p:txBody>
          <a:bodyPr/>
          <a:lstStyle/>
          <a:p>
            <a:r>
              <a:rPr lang="en-US" b="1" dirty="0">
                <a:cs typeface="Poppins" pitchFamily="2" charset="77"/>
              </a:rPr>
              <a:t>Data – </a:t>
            </a:r>
            <a:r>
              <a:rPr lang="en-US" dirty="0">
                <a:cs typeface="Poppins" pitchFamily="2" charset="77"/>
              </a:rPr>
              <a:t>Common Crawl</a:t>
            </a:r>
            <a:br>
              <a:rPr lang="en-US" b="1" dirty="0">
                <a:cs typeface="Poppins" pitchFamily="2" charset="77"/>
              </a:rPr>
            </a:br>
            <a:br>
              <a:rPr lang="en-US" b="1" dirty="0">
                <a:cs typeface="Poppins" pitchFamily="2" charset="77"/>
              </a:rPr>
            </a:br>
            <a:r>
              <a:rPr lang="en-US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https://commoncrawl.org/</a:t>
            </a:r>
            <a:br>
              <a:rPr lang="en-US" dirty="0"/>
            </a:br>
            <a:endParaRPr lang="en-US" b="1" dirty="0">
              <a:cs typeface="Poppi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07EC49-3A00-8204-6F54-0D8343A99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011" y="940182"/>
            <a:ext cx="7915940" cy="497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9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F343E-6741-9DD7-B0BE-5CE2D93C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DB26-67A1-6027-A771-6B2D3F8E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63305" cy="4601183"/>
          </a:xfrm>
        </p:spPr>
        <p:txBody>
          <a:bodyPr/>
          <a:lstStyle/>
          <a:p>
            <a:r>
              <a:rPr lang="en-US" b="1" dirty="0">
                <a:cs typeface="Poppins" pitchFamily="2" charset="77"/>
              </a:rPr>
              <a:t>Compute – </a:t>
            </a:r>
            <a:r>
              <a:rPr lang="en-US" dirty="0">
                <a:cs typeface="Poppins" pitchFamily="2" charset="77"/>
              </a:rPr>
              <a:t>Graphical Processing Unit (GPU)</a:t>
            </a:r>
            <a:br>
              <a:rPr lang="en-US" dirty="0"/>
            </a:br>
            <a:endParaRPr lang="en-US" b="1" dirty="0"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238D9-69B1-27A5-B7F3-2FE6E2A43939}"/>
              </a:ext>
            </a:extLst>
          </p:cNvPr>
          <p:cNvSpPr txBox="1"/>
          <p:nvPr/>
        </p:nvSpPr>
        <p:spPr>
          <a:xfrm>
            <a:off x="9411968" y="2899201"/>
            <a:ext cx="23437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Parallel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Processing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4DC75-35CE-D1BC-8896-92E146437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182" y="393700"/>
            <a:ext cx="5421786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97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F95A-A446-359A-7C7B-B1915A463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0D2E8-2F98-6AAF-CAF2-C42BF8174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675" y="4079611"/>
            <a:ext cx="2242658" cy="1673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0239D1-6DF7-3B3D-55EE-B4AA1585C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846855">
            <a:off x="5148184" y="3984400"/>
            <a:ext cx="1606759" cy="1693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32F630-A382-A00C-1201-4307C6738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884" y="1155986"/>
            <a:ext cx="1155309" cy="1595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304AB1-108C-8060-D785-EA5EA694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63305" cy="4601183"/>
          </a:xfrm>
        </p:spPr>
        <p:txBody>
          <a:bodyPr/>
          <a:lstStyle/>
          <a:p>
            <a:r>
              <a:rPr lang="en-US" b="1" dirty="0">
                <a:cs typeface="Poppins" pitchFamily="2" charset="77"/>
              </a:rPr>
              <a:t>Foundations of Machine Learning –</a:t>
            </a:r>
            <a:br>
              <a:rPr lang="en-US" b="1" dirty="0">
                <a:cs typeface="Poppins" pitchFamily="2" charset="77"/>
              </a:rPr>
            </a:br>
            <a:r>
              <a:rPr lang="en-US" dirty="0">
                <a:cs typeface="Poppins" pitchFamily="2" charset="77"/>
              </a:rPr>
              <a:t>ex. Large Language Model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BAC80D-2086-E00F-2E70-D08254A96F6B}"/>
              </a:ext>
            </a:extLst>
          </p:cNvPr>
          <p:cNvSpPr/>
          <p:nvPr/>
        </p:nvSpPr>
        <p:spPr>
          <a:xfrm>
            <a:off x="4937761" y="2718816"/>
            <a:ext cx="3167728" cy="3167728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63FB58-3D07-C418-8D28-FBAAEAA6886D}"/>
              </a:ext>
            </a:extLst>
          </p:cNvPr>
          <p:cNvSpPr/>
          <p:nvPr/>
        </p:nvSpPr>
        <p:spPr>
          <a:xfrm>
            <a:off x="7043701" y="2718816"/>
            <a:ext cx="3167728" cy="3167728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C60F7E-A992-DDB3-36C7-0AD28AFE60DB}"/>
              </a:ext>
            </a:extLst>
          </p:cNvPr>
          <p:cNvSpPr/>
          <p:nvPr/>
        </p:nvSpPr>
        <p:spPr>
          <a:xfrm>
            <a:off x="5981596" y="971456"/>
            <a:ext cx="3167728" cy="3167728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ED8EF-C30F-E16A-204E-236280CC1056}"/>
              </a:ext>
            </a:extLst>
          </p:cNvPr>
          <p:cNvSpPr txBox="1"/>
          <p:nvPr/>
        </p:nvSpPr>
        <p:spPr>
          <a:xfrm>
            <a:off x="6926398" y="3496056"/>
            <a:ext cx="1306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ML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AB772-E4C5-366E-06D1-7DA9868018C0}"/>
              </a:ext>
            </a:extLst>
          </p:cNvPr>
          <p:cNvSpPr txBox="1"/>
          <p:nvPr/>
        </p:nvSpPr>
        <p:spPr>
          <a:xfrm>
            <a:off x="5075659" y="3578634"/>
            <a:ext cx="1509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Data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A5DBD9-D4D9-08EE-14B8-3B39A88098C1}"/>
              </a:ext>
            </a:extLst>
          </p:cNvPr>
          <p:cNvSpPr txBox="1"/>
          <p:nvPr/>
        </p:nvSpPr>
        <p:spPr>
          <a:xfrm>
            <a:off x="8313016" y="3578634"/>
            <a:ext cx="2103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Compute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57E9F-4C28-68E0-0A30-0D4F6CD559B7}"/>
              </a:ext>
            </a:extLst>
          </p:cNvPr>
          <p:cNvSpPr txBox="1"/>
          <p:nvPr/>
        </p:nvSpPr>
        <p:spPr>
          <a:xfrm>
            <a:off x="5673920" y="1707815"/>
            <a:ext cx="22672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Learning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599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F095-ADE9-8C7F-9D14-1E157311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F34CDB-E4BF-D1D1-991D-72FB228DB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09047" cy="9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35C4EC-5575-8B5B-C5BB-EA9EC8BC0AFB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Configuration from Data</a:t>
            </a:r>
            <a:endParaRPr lang="en-US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6B18-B710-1E14-E110-824FE3D06C57}"/>
              </a:ext>
            </a:extLst>
          </p:cNvPr>
          <p:cNvSpPr txBox="1"/>
          <p:nvPr/>
        </p:nvSpPr>
        <p:spPr>
          <a:xfrm>
            <a:off x="977274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0CD50-6E59-F408-486F-0026ECE14AB5}"/>
              </a:ext>
            </a:extLst>
          </p:cNvPr>
          <p:cNvSpPr txBox="1"/>
          <p:nvPr/>
        </p:nvSpPr>
        <p:spPr>
          <a:xfrm>
            <a:off x="5581581" y="1528854"/>
            <a:ext cx="1404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Learning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BC720-B9A3-9D20-74D1-EBF1ADF2E946}"/>
              </a:ext>
            </a:extLst>
          </p:cNvPr>
          <p:cNvSpPr txBox="1"/>
          <p:nvPr/>
        </p:nvSpPr>
        <p:spPr>
          <a:xfrm>
            <a:off x="2596452" y="1432584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091E9-7084-4634-0048-9A99571FC851}"/>
              </a:ext>
            </a:extLst>
          </p:cNvPr>
          <p:cNvSpPr txBox="1"/>
          <p:nvPr/>
        </p:nvSpPr>
        <p:spPr>
          <a:xfrm>
            <a:off x="8357528" y="1432583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2A02F-F6A2-6F68-4C78-7F6C09D9C9AB}"/>
              </a:ext>
            </a:extLst>
          </p:cNvPr>
          <p:cNvSpPr txBox="1"/>
          <p:nvPr/>
        </p:nvSpPr>
        <p:spPr>
          <a:xfrm>
            <a:off x="10246523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3BD5F949-5683-A110-496E-FF28291BF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384264"/>
              </p:ext>
            </p:extLst>
          </p:nvPr>
        </p:nvGraphicFramePr>
        <p:xfrm>
          <a:off x="974346" y="2987667"/>
          <a:ext cx="1140388" cy="2336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88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58443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6A5E22AA-B0BA-A316-5A3E-B38A68C03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61907"/>
              </p:ext>
            </p:extLst>
          </p:nvPr>
        </p:nvGraphicFramePr>
        <p:xfrm>
          <a:off x="2907003" y="2569033"/>
          <a:ext cx="914322" cy="3756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32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24061984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67983978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887475889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83A64E85-BBCE-96A0-1F0F-D5D1D5BB0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592024"/>
              </p:ext>
            </p:extLst>
          </p:nvPr>
        </p:nvGraphicFramePr>
        <p:xfrm>
          <a:off x="8715855" y="3124013"/>
          <a:ext cx="870441" cy="188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1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79659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6477535D-1A61-C3B3-71E1-58BD33605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01996"/>
              </p:ext>
            </p:extLst>
          </p:nvPr>
        </p:nvGraphicFramePr>
        <p:xfrm>
          <a:off x="10378568" y="3732491"/>
          <a:ext cx="870442" cy="469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6" marR="115786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</a:tbl>
          </a:graphicData>
        </a:graphic>
      </p:graphicFrame>
      <p:sp>
        <p:nvSpPr>
          <p:cNvPr id="90" name="Right Arrow 89">
            <a:extLst>
              <a:ext uri="{FF2B5EF4-FFF2-40B4-BE49-F238E27FC236}">
                <a16:creationId xmlns:a16="http://schemas.microsoft.com/office/drawing/2014/main" id="{EF8FB164-848E-2C8A-45F1-7B2BBD9F9FD0}"/>
              </a:ext>
            </a:extLst>
          </p:cNvPr>
          <p:cNvSpPr/>
          <p:nvPr/>
        </p:nvSpPr>
        <p:spPr>
          <a:xfrm>
            <a:off x="2284474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221FA576-D107-740E-D1ED-F1C3474625F7}"/>
              </a:ext>
            </a:extLst>
          </p:cNvPr>
          <p:cNvSpPr/>
          <p:nvPr/>
        </p:nvSpPr>
        <p:spPr>
          <a:xfrm>
            <a:off x="3991065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4EEAA99E-CECF-832C-6881-BB18ADA19351}"/>
              </a:ext>
            </a:extLst>
          </p:cNvPr>
          <p:cNvSpPr/>
          <p:nvPr/>
        </p:nvSpPr>
        <p:spPr>
          <a:xfrm>
            <a:off x="8093326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A361FE1D-AC7B-1A60-7E8A-C73B9E2B5A2A}"/>
              </a:ext>
            </a:extLst>
          </p:cNvPr>
          <p:cNvSpPr/>
          <p:nvPr/>
        </p:nvSpPr>
        <p:spPr>
          <a:xfrm>
            <a:off x="9756036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E21B1-7E9F-896F-4CF8-0535D3E3AF57}"/>
              </a:ext>
            </a:extLst>
          </p:cNvPr>
          <p:cNvSpPr/>
          <p:nvPr/>
        </p:nvSpPr>
        <p:spPr>
          <a:xfrm>
            <a:off x="4613594" y="3635805"/>
            <a:ext cx="3309992" cy="2207706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090EE2-C25C-28DF-DCC0-C4E33E366B9D}"/>
              </a:ext>
            </a:extLst>
          </p:cNvPr>
          <p:cNvGrpSpPr/>
          <p:nvPr/>
        </p:nvGrpSpPr>
        <p:grpSpPr>
          <a:xfrm>
            <a:off x="4864952" y="4224541"/>
            <a:ext cx="293723" cy="293723"/>
            <a:chOff x="7061200" y="1663700"/>
            <a:chExt cx="342900" cy="34290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0C2639A-2141-3FCC-21DE-3E82FFD82DE9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3DDBDA9-FE5E-8EA1-1A6E-03786BB1AEA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096DF7-AC97-752A-DA0F-836C403C4DC9}"/>
              </a:ext>
            </a:extLst>
          </p:cNvPr>
          <p:cNvGrpSpPr/>
          <p:nvPr/>
        </p:nvGrpSpPr>
        <p:grpSpPr>
          <a:xfrm>
            <a:off x="5369269" y="4224535"/>
            <a:ext cx="293723" cy="293723"/>
            <a:chOff x="7061200" y="1663700"/>
            <a:chExt cx="342900" cy="34290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15DFCB8-05BD-4E9A-4298-8CF8065674B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81D4EF7-B664-EC17-1678-19C11D1A621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9CB8F3-F519-4ACE-0358-C6DA27965A5F}"/>
              </a:ext>
            </a:extLst>
          </p:cNvPr>
          <p:cNvGrpSpPr/>
          <p:nvPr/>
        </p:nvGrpSpPr>
        <p:grpSpPr>
          <a:xfrm>
            <a:off x="5873271" y="4224535"/>
            <a:ext cx="293723" cy="293723"/>
            <a:chOff x="7061200" y="1663700"/>
            <a:chExt cx="342900" cy="3429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6BDC421-6769-7DF3-5C7B-E99781B4605F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1D49902-1976-BCBE-0747-1985C4269C38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0388B76-F8B9-E65F-AE14-32A7948447F4}"/>
              </a:ext>
            </a:extLst>
          </p:cNvPr>
          <p:cNvGrpSpPr/>
          <p:nvPr/>
        </p:nvGrpSpPr>
        <p:grpSpPr>
          <a:xfrm>
            <a:off x="6377476" y="4224533"/>
            <a:ext cx="293723" cy="293723"/>
            <a:chOff x="7061200" y="1663700"/>
            <a:chExt cx="342900" cy="3429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0401716-5CA0-60D5-970B-F30716138943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1E9B067-0AE8-4744-6766-66F38DC9831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CAA09C-F415-1CAC-77AC-062C232062AB}"/>
              </a:ext>
            </a:extLst>
          </p:cNvPr>
          <p:cNvGrpSpPr/>
          <p:nvPr/>
        </p:nvGrpSpPr>
        <p:grpSpPr>
          <a:xfrm>
            <a:off x="6881589" y="4224535"/>
            <a:ext cx="293723" cy="293723"/>
            <a:chOff x="7061200" y="1663700"/>
            <a:chExt cx="342900" cy="3429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2321BDC-4238-526A-95F5-6DF319A7B96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839D443-7DA4-19EF-B9BA-AAC8F56FF10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5DC373-FA91-60BF-9D77-6AB7941B4EB5}"/>
              </a:ext>
            </a:extLst>
          </p:cNvPr>
          <p:cNvGrpSpPr/>
          <p:nvPr/>
        </p:nvGrpSpPr>
        <p:grpSpPr>
          <a:xfrm>
            <a:off x="7385591" y="4224535"/>
            <a:ext cx="293723" cy="293723"/>
            <a:chOff x="7061200" y="1663700"/>
            <a:chExt cx="342900" cy="3429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EBD3791-BB38-7B30-857D-D1ADD8AA3B18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3B22119-CF81-5BFE-C8CD-6F2AE19BC093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865D86-09CA-2C7A-73AF-BD5C42CD06CE}"/>
              </a:ext>
            </a:extLst>
          </p:cNvPr>
          <p:cNvGrpSpPr/>
          <p:nvPr/>
        </p:nvGrpSpPr>
        <p:grpSpPr>
          <a:xfrm>
            <a:off x="4864952" y="4761594"/>
            <a:ext cx="293723" cy="293723"/>
            <a:chOff x="7061200" y="1663700"/>
            <a:chExt cx="342900" cy="3429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1EF8C29-86DD-81A6-F30D-358C0295D563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29DC79A-40DD-5164-3F89-BD82B5CF0C4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C578BD-3DB0-E04A-63E6-B4E77A85722F}"/>
              </a:ext>
            </a:extLst>
          </p:cNvPr>
          <p:cNvGrpSpPr/>
          <p:nvPr/>
        </p:nvGrpSpPr>
        <p:grpSpPr>
          <a:xfrm>
            <a:off x="5369269" y="4761588"/>
            <a:ext cx="293723" cy="293723"/>
            <a:chOff x="7061200" y="1663700"/>
            <a:chExt cx="342900" cy="3429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CBC7289-B0E7-0F41-EB3C-0463023C7020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0C2ABA7-A42B-F02B-ABFE-3B3041C53C4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3DB395-4707-DC3A-7DD5-D48486C254B6}"/>
              </a:ext>
            </a:extLst>
          </p:cNvPr>
          <p:cNvGrpSpPr/>
          <p:nvPr/>
        </p:nvGrpSpPr>
        <p:grpSpPr>
          <a:xfrm>
            <a:off x="5873271" y="4761588"/>
            <a:ext cx="293723" cy="293723"/>
            <a:chOff x="7061200" y="1663700"/>
            <a:chExt cx="342900" cy="3429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6924C00-70D5-28BE-5C77-5B2BA8865B8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047A6B9-5861-396F-E1BD-1096510EA4B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A4D551-8466-3F3B-9FCA-95954F3AA289}"/>
              </a:ext>
            </a:extLst>
          </p:cNvPr>
          <p:cNvGrpSpPr/>
          <p:nvPr/>
        </p:nvGrpSpPr>
        <p:grpSpPr>
          <a:xfrm>
            <a:off x="6377476" y="4761586"/>
            <a:ext cx="293723" cy="293723"/>
            <a:chOff x="7061200" y="1663700"/>
            <a:chExt cx="342900" cy="3429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4F7C422-576C-2C11-414C-2BBFA1CA48B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A712ABD-8A89-5C20-C6B8-56778DCFB664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92983B-3C9A-06B0-BB06-88AB20A37BC5}"/>
              </a:ext>
            </a:extLst>
          </p:cNvPr>
          <p:cNvGrpSpPr/>
          <p:nvPr/>
        </p:nvGrpSpPr>
        <p:grpSpPr>
          <a:xfrm>
            <a:off x="6881589" y="4761588"/>
            <a:ext cx="293723" cy="293723"/>
            <a:chOff x="7061200" y="1663700"/>
            <a:chExt cx="342900" cy="3429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1AC3DCB-2669-94CA-89D7-332FABF22B3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542594-6D52-56FF-3795-98ADBBBF8DD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23EC8F-146C-6654-BEBA-C3E3F0F1ACB1}"/>
              </a:ext>
            </a:extLst>
          </p:cNvPr>
          <p:cNvGrpSpPr/>
          <p:nvPr/>
        </p:nvGrpSpPr>
        <p:grpSpPr>
          <a:xfrm>
            <a:off x="7385591" y="4761588"/>
            <a:ext cx="293723" cy="293723"/>
            <a:chOff x="7061200" y="1663700"/>
            <a:chExt cx="342900" cy="3429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F402143-64A4-0EBB-8C48-10CC62FBC5D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DFB69DF-B964-083E-3076-9D77F8999584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71246C-4668-3346-3598-D02476E5A081}"/>
              </a:ext>
            </a:extLst>
          </p:cNvPr>
          <p:cNvGrpSpPr/>
          <p:nvPr/>
        </p:nvGrpSpPr>
        <p:grpSpPr>
          <a:xfrm>
            <a:off x="4864952" y="5298646"/>
            <a:ext cx="293723" cy="293723"/>
            <a:chOff x="7061200" y="1663700"/>
            <a:chExt cx="342900" cy="3429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53306F8-CE16-E38C-461F-944F4820930F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B78EDAB-E156-FCED-9DBD-8AAA060756A6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E3610B-1930-C185-90B0-C326F295756A}"/>
              </a:ext>
            </a:extLst>
          </p:cNvPr>
          <p:cNvGrpSpPr/>
          <p:nvPr/>
        </p:nvGrpSpPr>
        <p:grpSpPr>
          <a:xfrm>
            <a:off x="5369269" y="5298640"/>
            <a:ext cx="293723" cy="293723"/>
            <a:chOff x="7061200" y="1663700"/>
            <a:chExt cx="342900" cy="3429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C607ADA-AEEA-782D-DFED-1C0409066A4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019BCC2-03E8-A555-AE4B-5E279B0F046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03765B7-CFDA-C37A-A507-7771CED49697}"/>
              </a:ext>
            </a:extLst>
          </p:cNvPr>
          <p:cNvGrpSpPr/>
          <p:nvPr/>
        </p:nvGrpSpPr>
        <p:grpSpPr>
          <a:xfrm>
            <a:off x="5873271" y="5298640"/>
            <a:ext cx="293723" cy="293723"/>
            <a:chOff x="7061200" y="1663700"/>
            <a:chExt cx="342900" cy="3429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2960BF1-C562-8137-5FA1-881E7618150B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72884D2-52F8-9B4A-14A5-C6612394415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8EAA0E-CA74-22BD-FC70-36412FDFF1E7}"/>
              </a:ext>
            </a:extLst>
          </p:cNvPr>
          <p:cNvGrpSpPr/>
          <p:nvPr/>
        </p:nvGrpSpPr>
        <p:grpSpPr>
          <a:xfrm>
            <a:off x="6377476" y="5298638"/>
            <a:ext cx="293723" cy="293723"/>
            <a:chOff x="7061200" y="1663700"/>
            <a:chExt cx="342900" cy="3429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A877A51-6551-A18F-B8A2-D55CF27F4FF5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0067B0B-0C65-42FA-F5D5-10570D95EC5C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306555-4627-B17B-7625-D4A9FC6469D2}"/>
              </a:ext>
            </a:extLst>
          </p:cNvPr>
          <p:cNvGrpSpPr/>
          <p:nvPr/>
        </p:nvGrpSpPr>
        <p:grpSpPr>
          <a:xfrm>
            <a:off x="6881589" y="5298640"/>
            <a:ext cx="293723" cy="293723"/>
            <a:chOff x="7061200" y="1663700"/>
            <a:chExt cx="342900" cy="3429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61DFF0C-5599-F708-61F5-4E0D9372875F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A699282-91D2-83E0-35DC-C1035AF73EB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3F7121-AA76-386A-A5D2-0D75B513E3A2}"/>
              </a:ext>
            </a:extLst>
          </p:cNvPr>
          <p:cNvGrpSpPr/>
          <p:nvPr/>
        </p:nvGrpSpPr>
        <p:grpSpPr>
          <a:xfrm>
            <a:off x="7385591" y="5298640"/>
            <a:ext cx="293723" cy="293723"/>
            <a:chOff x="7061200" y="1663700"/>
            <a:chExt cx="342900" cy="3429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E356534-972F-8A56-0D59-505127203CB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1C8A97B-8C47-DF0D-3BC8-018B9B8B005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A7C162-F80A-BDC0-549F-77453C7D95AF}"/>
              </a:ext>
            </a:extLst>
          </p:cNvPr>
          <p:cNvGrpSpPr/>
          <p:nvPr/>
        </p:nvGrpSpPr>
        <p:grpSpPr>
          <a:xfrm>
            <a:off x="4864952" y="3112749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DCBE4C8-6C8D-D928-37A1-30E4843325F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40BBFD0-CBED-4352-32EB-B76CAA98B82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73F9B6-41FC-EDF1-BB87-6FF55DCDAC44}"/>
              </a:ext>
            </a:extLst>
          </p:cNvPr>
          <p:cNvGrpSpPr/>
          <p:nvPr/>
        </p:nvGrpSpPr>
        <p:grpSpPr>
          <a:xfrm>
            <a:off x="5369269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B6ED3BF-2F19-947C-035E-D4029B12822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C9828DF-498A-A64A-C832-A2C86A7BDA4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63B4AE-05C3-E662-8952-FE90A814718B}"/>
              </a:ext>
            </a:extLst>
          </p:cNvPr>
          <p:cNvGrpSpPr/>
          <p:nvPr/>
        </p:nvGrpSpPr>
        <p:grpSpPr>
          <a:xfrm>
            <a:off x="5873271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1850E45-53BE-6949-1798-4C5DFC6C6758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7AED197-C5C2-F5FC-BC1C-44A64D86F6B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0225085-4EFA-F14B-AB42-3DCC0190A57A}"/>
              </a:ext>
            </a:extLst>
          </p:cNvPr>
          <p:cNvGrpSpPr/>
          <p:nvPr/>
        </p:nvGrpSpPr>
        <p:grpSpPr>
          <a:xfrm>
            <a:off x="6377476" y="3112741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676AE5B-A737-3DC6-D3E7-141937859B0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C8CEA14-FF1E-C071-3CC0-B7E259FE2568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A7EED8-308E-595F-B413-CC246C9FA8AC}"/>
              </a:ext>
            </a:extLst>
          </p:cNvPr>
          <p:cNvGrpSpPr/>
          <p:nvPr/>
        </p:nvGrpSpPr>
        <p:grpSpPr>
          <a:xfrm>
            <a:off x="6881590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0B135FF-07E2-BCC8-857E-B9CC0DC48D5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4B035E4-B6BB-A9F8-B727-06A6B745DF0B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9E5A8F-5A0F-EF0A-383C-1DAA08D95340}"/>
              </a:ext>
            </a:extLst>
          </p:cNvPr>
          <p:cNvGrpSpPr/>
          <p:nvPr/>
        </p:nvGrpSpPr>
        <p:grpSpPr>
          <a:xfrm>
            <a:off x="7385592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FE4295D-0122-32FE-23B4-CCF376A81525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E93F8DF-D8D4-46D6-2370-9F8FF87BAE5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A7D1B89-4586-E957-71BB-4EC3248DEF73}"/>
              </a:ext>
            </a:extLst>
          </p:cNvPr>
          <p:cNvSpPr txBox="1"/>
          <p:nvPr/>
        </p:nvSpPr>
        <p:spPr>
          <a:xfrm>
            <a:off x="5020259" y="2701830"/>
            <a:ext cx="2503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Hyperparameters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BE250D-2A70-D258-1C9E-904D973AFE1B}"/>
              </a:ext>
            </a:extLst>
          </p:cNvPr>
          <p:cNvSpPr txBox="1"/>
          <p:nvPr/>
        </p:nvSpPr>
        <p:spPr>
          <a:xfrm>
            <a:off x="5189497" y="3759708"/>
            <a:ext cx="216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Parameters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E7EF2AB-5C8E-A5EE-79CF-EAC3A7C4BD01}"/>
              </a:ext>
            </a:extLst>
          </p:cNvPr>
          <p:cNvSpPr/>
          <p:nvPr/>
        </p:nvSpPr>
        <p:spPr>
          <a:xfrm>
            <a:off x="4613593" y="2569033"/>
            <a:ext cx="3309993" cy="1066772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76242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2975-6297-1F62-00BA-AE620D05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DAEF30-ACBB-0660-5F7C-7E76517CE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09047" cy="9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5CF7ED-D672-D8C1-3849-74AC07812D26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Configuration from Data</a:t>
            </a:r>
            <a:endParaRPr lang="en-US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A569B-87F7-CF8C-644B-2C02450DFA02}"/>
              </a:ext>
            </a:extLst>
          </p:cNvPr>
          <p:cNvSpPr txBox="1"/>
          <p:nvPr/>
        </p:nvSpPr>
        <p:spPr>
          <a:xfrm>
            <a:off x="977274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2E2B4-7417-8B6F-F98C-D78388B6D1D9}"/>
              </a:ext>
            </a:extLst>
          </p:cNvPr>
          <p:cNvSpPr txBox="1"/>
          <p:nvPr/>
        </p:nvSpPr>
        <p:spPr>
          <a:xfrm>
            <a:off x="5581581" y="1528854"/>
            <a:ext cx="1404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Learning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E776E-53DB-ED13-F90A-5B466A771C6C}"/>
              </a:ext>
            </a:extLst>
          </p:cNvPr>
          <p:cNvSpPr txBox="1"/>
          <p:nvPr/>
        </p:nvSpPr>
        <p:spPr>
          <a:xfrm>
            <a:off x="2596452" y="1432584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BFD2B-1E4B-3658-5363-AE48090CD1DE}"/>
              </a:ext>
            </a:extLst>
          </p:cNvPr>
          <p:cNvSpPr txBox="1"/>
          <p:nvPr/>
        </p:nvSpPr>
        <p:spPr>
          <a:xfrm>
            <a:off x="8357528" y="1432583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894D0-AE3D-6903-6AAF-1AF47E028B06}"/>
              </a:ext>
            </a:extLst>
          </p:cNvPr>
          <p:cNvSpPr txBox="1"/>
          <p:nvPr/>
        </p:nvSpPr>
        <p:spPr>
          <a:xfrm>
            <a:off x="10246523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F0A9D176-2E4F-8086-8F2F-C76F768C8F6E}"/>
              </a:ext>
            </a:extLst>
          </p:cNvPr>
          <p:cNvGraphicFramePr>
            <a:graphicFrameLocks noGrp="1"/>
          </p:cNvGraphicFramePr>
          <p:nvPr/>
        </p:nvGraphicFramePr>
        <p:xfrm>
          <a:off x="974346" y="2987667"/>
          <a:ext cx="1140388" cy="2336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88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12.3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58443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5.5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2.2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dark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early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7F973D0D-EA39-1CE5-409A-982380F18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206977"/>
              </p:ext>
            </p:extLst>
          </p:nvPr>
        </p:nvGraphicFramePr>
        <p:xfrm>
          <a:off x="2907003" y="2569033"/>
          <a:ext cx="914322" cy="3756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32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24061984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67983978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887475889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12FAB2DB-8A0A-02CE-EE50-598C66874A2B}"/>
              </a:ext>
            </a:extLst>
          </p:cNvPr>
          <p:cNvGraphicFramePr>
            <a:graphicFrameLocks noGrp="1"/>
          </p:cNvGraphicFramePr>
          <p:nvPr/>
        </p:nvGraphicFramePr>
        <p:xfrm>
          <a:off x="8715855" y="3124013"/>
          <a:ext cx="870441" cy="188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1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79659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E401684A-ED6C-2ACF-01F0-0966E59118F0}"/>
              </a:ext>
            </a:extLst>
          </p:cNvPr>
          <p:cNvGraphicFramePr>
            <a:graphicFrameLocks noGrp="1"/>
          </p:cNvGraphicFramePr>
          <p:nvPr/>
        </p:nvGraphicFramePr>
        <p:xfrm>
          <a:off x="10378568" y="3732491"/>
          <a:ext cx="870442" cy="469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6" marR="115786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</a:tbl>
          </a:graphicData>
        </a:graphic>
      </p:graphicFrame>
      <p:sp>
        <p:nvSpPr>
          <p:cNvPr id="90" name="Right Arrow 89">
            <a:extLst>
              <a:ext uri="{FF2B5EF4-FFF2-40B4-BE49-F238E27FC236}">
                <a16:creationId xmlns:a16="http://schemas.microsoft.com/office/drawing/2014/main" id="{D680DD76-E7EB-5454-EA53-A18201DF5785}"/>
              </a:ext>
            </a:extLst>
          </p:cNvPr>
          <p:cNvSpPr/>
          <p:nvPr/>
        </p:nvSpPr>
        <p:spPr>
          <a:xfrm>
            <a:off x="2284474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D2EF1322-04E9-5288-0232-CDB3CB89E8A5}"/>
              </a:ext>
            </a:extLst>
          </p:cNvPr>
          <p:cNvSpPr/>
          <p:nvPr/>
        </p:nvSpPr>
        <p:spPr>
          <a:xfrm>
            <a:off x="3991065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6CF45C8F-9D49-7732-E844-04FCCDF67091}"/>
              </a:ext>
            </a:extLst>
          </p:cNvPr>
          <p:cNvSpPr/>
          <p:nvPr/>
        </p:nvSpPr>
        <p:spPr>
          <a:xfrm>
            <a:off x="8093326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D120E2A7-54E6-2D68-794F-1AB5D2779468}"/>
              </a:ext>
            </a:extLst>
          </p:cNvPr>
          <p:cNvSpPr/>
          <p:nvPr/>
        </p:nvSpPr>
        <p:spPr>
          <a:xfrm>
            <a:off x="9756036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540590-6F70-0DAC-425F-E6DA9DCBEB11}"/>
              </a:ext>
            </a:extLst>
          </p:cNvPr>
          <p:cNvSpPr/>
          <p:nvPr/>
        </p:nvSpPr>
        <p:spPr>
          <a:xfrm>
            <a:off x="4613594" y="3635805"/>
            <a:ext cx="3309992" cy="2207706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27332F-1550-5FB5-B50D-9747BAA9CC54}"/>
              </a:ext>
            </a:extLst>
          </p:cNvPr>
          <p:cNvGrpSpPr/>
          <p:nvPr/>
        </p:nvGrpSpPr>
        <p:grpSpPr>
          <a:xfrm>
            <a:off x="4864952" y="4224541"/>
            <a:ext cx="293723" cy="293723"/>
            <a:chOff x="7061200" y="1663700"/>
            <a:chExt cx="342900" cy="34290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CF6AC99-0040-B518-D369-CE06BD52B3C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C700B8D-6070-2ED8-45C8-D7FB84C3D653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57885D-F6AC-402C-99A9-E0D283BCDB4E}"/>
              </a:ext>
            </a:extLst>
          </p:cNvPr>
          <p:cNvGrpSpPr/>
          <p:nvPr/>
        </p:nvGrpSpPr>
        <p:grpSpPr>
          <a:xfrm>
            <a:off x="5369269" y="4224535"/>
            <a:ext cx="293723" cy="293723"/>
            <a:chOff x="7061200" y="1663700"/>
            <a:chExt cx="342900" cy="34290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209D6DD-C6DE-1265-2791-48CBC2AA914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CC4B760-9515-C16A-D2E2-975D517CCE4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0AA4897-4D30-45EA-C2A6-A199C4ADBB79}"/>
              </a:ext>
            </a:extLst>
          </p:cNvPr>
          <p:cNvGrpSpPr/>
          <p:nvPr/>
        </p:nvGrpSpPr>
        <p:grpSpPr>
          <a:xfrm>
            <a:off x="5873271" y="4224535"/>
            <a:ext cx="293723" cy="293723"/>
            <a:chOff x="7061200" y="1663700"/>
            <a:chExt cx="342900" cy="3429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2433EB8-BBD1-E1A9-6C0B-F446AF6547D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08AF479-FB73-4C75-CCFD-3327C4616648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C25173-A65A-8680-E55D-40AE864DD7F5}"/>
              </a:ext>
            </a:extLst>
          </p:cNvPr>
          <p:cNvGrpSpPr/>
          <p:nvPr/>
        </p:nvGrpSpPr>
        <p:grpSpPr>
          <a:xfrm>
            <a:off x="6377476" y="4224533"/>
            <a:ext cx="293723" cy="293723"/>
            <a:chOff x="7061200" y="1663700"/>
            <a:chExt cx="342900" cy="3429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B9F4330-E7D1-0C36-5F71-19052A6542B0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704C71F-081A-2068-EC6A-ADE064CF892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D6A0B-D130-E988-B913-C6D622E951B4}"/>
              </a:ext>
            </a:extLst>
          </p:cNvPr>
          <p:cNvGrpSpPr/>
          <p:nvPr/>
        </p:nvGrpSpPr>
        <p:grpSpPr>
          <a:xfrm>
            <a:off x="6881589" y="4224535"/>
            <a:ext cx="293723" cy="293723"/>
            <a:chOff x="7061200" y="1663700"/>
            <a:chExt cx="342900" cy="3429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81EFE01-26D2-FAFE-B197-59952682EA6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0169EDC-ED4C-E5F0-4C73-BD2C3800BFCA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0F0317-F163-407E-36D4-2D05EA60B0E6}"/>
              </a:ext>
            </a:extLst>
          </p:cNvPr>
          <p:cNvGrpSpPr/>
          <p:nvPr/>
        </p:nvGrpSpPr>
        <p:grpSpPr>
          <a:xfrm>
            <a:off x="7385591" y="4224535"/>
            <a:ext cx="293723" cy="293723"/>
            <a:chOff x="7061200" y="1663700"/>
            <a:chExt cx="342900" cy="3429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DDFFFB0-3D31-022D-4159-3AFC4FC7A98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2A77616-22B3-DA4D-FC37-6818F07EC565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49456B-416F-9F97-7044-21AAB981973F}"/>
              </a:ext>
            </a:extLst>
          </p:cNvPr>
          <p:cNvGrpSpPr/>
          <p:nvPr/>
        </p:nvGrpSpPr>
        <p:grpSpPr>
          <a:xfrm>
            <a:off x="4864952" y="4761594"/>
            <a:ext cx="293723" cy="293723"/>
            <a:chOff x="7061200" y="1663700"/>
            <a:chExt cx="342900" cy="3429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BCD83DC-D0E9-ECB5-82A2-7A8A4961A69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05F0E46-D544-3E44-2435-1D537C811EB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9707988-058B-052D-A8AB-6E4CFFD192D0}"/>
              </a:ext>
            </a:extLst>
          </p:cNvPr>
          <p:cNvGrpSpPr/>
          <p:nvPr/>
        </p:nvGrpSpPr>
        <p:grpSpPr>
          <a:xfrm>
            <a:off x="5369269" y="4761588"/>
            <a:ext cx="293723" cy="293723"/>
            <a:chOff x="7061200" y="1663700"/>
            <a:chExt cx="342900" cy="3429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5CF450A-C0D3-2A78-E397-D8CC148BED62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F0ADB-1702-C6A3-D880-F28E807D738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5E52E2-BC89-595F-2E3C-2DF23B50B901}"/>
              </a:ext>
            </a:extLst>
          </p:cNvPr>
          <p:cNvGrpSpPr/>
          <p:nvPr/>
        </p:nvGrpSpPr>
        <p:grpSpPr>
          <a:xfrm>
            <a:off x="5873271" y="4761588"/>
            <a:ext cx="293723" cy="293723"/>
            <a:chOff x="7061200" y="1663700"/>
            <a:chExt cx="342900" cy="3429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612A5AC-2BC8-C27F-2312-31FEF1EA8EE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FAC82F3-BE09-6366-3660-6C9A65AAD365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99F8CC-30B4-F18B-B543-03118A9E9468}"/>
              </a:ext>
            </a:extLst>
          </p:cNvPr>
          <p:cNvGrpSpPr/>
          <p:nvPr/>
        </p:nvGrpSpPr>
        <p:grpSpPr>
          <a:xfrm>
            <a:off x="6377476" y="4761586"/>
            <a:ext cx="293723" cy="293723"/>
            <a:chOff x="7061200" y="1663700"/>
            <a:chExt cx="342900" cy="3429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6CF2E68-F26E-29B7-C88A-3F8C89E3DF05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46873C3-197D-3EAD-F4B2-2F02CB72890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55AC8-0047-9250-4950-C4B1DCA27618}"/>
              </a:ext>
            </a:extLst>
          </p:cNvPr>
          <p:cNvGrpSpPr/>
          <p:nvPr/>
        </p:nvGrpSpPr>
        <p:grpSpPr>
          <a:xfrm>
            <a:off x="6881589" y="4761588"/>
            <a:ext cx="293723" cy="293723"/>
            <a:chOff x="7061200" y="1663700"/>
            <a:chExt cx="342900" cy="3429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A58C6E7-4226-D85C-C33B-BFE3510FC1FB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7B8F40-4AAD-6BFA-A6F3-C896D24A7BCB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5E9E80-5392-AD8C-E559-ED5236D44A4F}"/>
              </a:ext>
            </a:extLst>
          </p:cNvPr>
          <p:cNvGrpSpPr/>
          <p:nvPr/>
        </p:nvGrpSpPr>
        <p:grpSpPr>
          <a:xfrm>
            <a:off x="7385591" y="4761588"/>
            <a:ext cx="293723" cy="293723"/>
            <a:chOff x="7061200" y="1663700"/>
            <a:chExt cx="342900" cy="3429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AA0BB84-6360-5AC1-FECA-1602FFF7A336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0676F97-C870-9D2B-9D1D-1F9C83F339B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14D658C-87FC-27CC-1A51-45E7782512AC}"/>
              </a:ext>
            </a:extLst>
          </p:cNvPr>
          <p:cNvGrpSpPr/>
          <p:nvPr/>
        </p:nvGrpSpPr>
        <p:grpSpPr>
          <a:xfrm>
            <a:off x="4864952" y="5298646"/>
            <a:ext cx="293723" cy="293723"/>
            <a:chOff x="7061200" y="1663700"/>
            <a:chExt cx="342900" cy="3429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C2B2DF3-73A6-6A74-4560-B40AF7878C3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D3D8235-D193-A1D0-978E-0AC4BDE30218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7CDC2C-1B62-53F7-FB58-68D69A554677}"/>
              </a:ext>
            </a:extLst>
          </p:cNvPr>
          <p:cNvGrpSpPr/>
          <p:nvPr/>
        </p:nvGrpSpPr>
        <p:grpSpPr>
          <a:xfrm>
            <a:off x="5369269" y="5298640"/>
            <a:ext cx="293723" cy="293723"/>
            <a:chOff x="7061200" y="1663700"/>
            <a:chExt cx="342900" cy="3429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741602B-5D52-82E1-97D7-5D83D988390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B6C15AE-1411-3491-E323-5F2F415A8E9B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13C4C9-F439-3417-374B-5E6C0CAEC750}"/>
              </a:ext>
            </a:extLst>
          </p:cNvPr>
          <p:cNvGrpSpPr/>
          <p:nvPr/>
        </p:nvGrpSpPr>
        <p:grpSpPr>
          <a:xfrm>
            <a:off x="5873271" y="5298640"/>
            <a:ext cx="293723" cy="293723"/>
            <a:chOff x="7061200" y="1663700"/>
            <a:chExt cx="342900" cy="3429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07A7422-4DBC-4DC6-B59A-2A8B288A6E7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9F2ED5D-1C96-2AF0-B17F-D3F692891F6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634892-CC40-040A-9C1F-AB491552C71B}"/>
              </a:ext>
            </a:extLst>
          </p:cNvPr>
          <p:cNvGrpSpPr/>
          <p:nvPr/>
        </p:nvGrpSpPr>
        <p:grpSpPr>
          <a:xfrm>
            <a:off x="6377476" y="5298638"/>
            <a:ext cx="293723" cy="293723"/>
            <a:chOff x="7061200" y="1663700"/>
            <a:chExt cx="342900" cy="3429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10652B-CF2B-C41D-B655-605CCDCFE82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E6C40EE-FA1D-F1A5-B65A-33F2C676803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2F61FFF-93EA-B8DC-A362-4E2DD7A5876A}"/>
              </a:ext>
            </a:extLst>
          </p:cNvPr>
          <p:cNvGrpSpPr/>
          <p:nvPr/>
        </p:nvGrpSpPr>
        <p:grpSpPr>
          <a:xfrm>
            <a:off x="6881589" y="5298640"/>
            <a:ext cx="293723" cy="293723"/>
            <a:chOff x="7061200" y="1663700"/>
            <a:chExt cx="342900" cy="3429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60D0A6C-166F-6CE5-BC67-6AC251C981D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41B581C-6DEA-FB75-E376-179F55ABC5CA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1722E96-B1AF-598C-9249-3AAE394E7729}"/>
              </a:ext>
            </a:extLst>
          </p:cNvPr>
          <p:cNvGrpSpPr/>
          <p:nvPr/>
        </p:nvGrpSpPr>
        <p:grpSpPr>
          <a:xfrm>
            <a:off x="7385591" y="5298640"/>
            <a:ext cx="293723" cy="293723"/>
            <a:chOff x="7061200" y="1663700"/>
            <a:chExt cx="342900" cy="3429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F167AB0-AA67-75A9-EC69-5156A68956F8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6C0C9EE-FD14-E4C1-8CDD-C9540991324B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0198560-522C-D4CB-8E32-D823473BCC0E}"/>
              </a:ext>
            </a:extLst>
          </p:cNvPr>
          <p:cNvGrpSpPr/>
          <p:nvPr/>
        </p:nvGrpSpPr>
        <p:grpSpPr>
          <a:xfrm>
            <a:off x="4864952" y="3112749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2EB06E-59B3-0A82-9718-9A5BAF9DD04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A975975-DE10-B9AE-BF96-08C4D65C35D6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321006-BC1A-ED14-BA64-FA516FA077B2}"/>
              </a:ext>
            </a:extLst>
          </p:cNvPr>
          <p:cNvGrpSpPr/>
          <p:nvPr/>
        </p:nvGrpSpPr>
        <p:grpSpPr>
          <a:xfrm>
            <a:off x="5369269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B067D89-1312-7A10-4AC2-B4419541E96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87FDC90-06A4-F6AF-065F-FCFCFCFA268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DC8C30-188D-2DE1-F941-47310778653A}"/>
              </a:ext>
            </a:extLst>
          </p:cNvPr>
          <p:cNvGrpSpPr/>
          <p:nvPr/>
        </p:nvGrpSpPr>
        <p:grpSpPr>
          <a:xfrm>
            <a:off x="5873271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4A66A3B-7AF3-9F81-7518-C3D7F8649850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3FB3E86-5E65-0799-56A5-C96CDA5DF1A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E4F652-1492-93DE-2BDD-A94E124BCB87}"/>
              </a:ext>
            </a:extLst>
          </p:cNvPr>
          <p:cNvGrpSpPr/>
          <p:nvPr/>
        </p:nvGrpSpPr>
        <p:grpSpPr>
          <a:xfrm>
            <a:off x="6377476" y="3112741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7B28E76-8DFE-5F59-5A7E-5F0C753AA42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7CC52CE-103C-F152-3685-CD154078092C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0D67235-DACD-B5AA-8C7A-441BD681C00D}"/>
              </a:ext>
            </a:extLst>
          </p:cNvPr>
          <p:cNvGrpSpPr/>
          <p:nvPr/>
        </p:nvGrpSpPr>
        <p:grpSpPr>
          <a:xfrm>
            <a:off x="6881590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303DFB-88AB-4E06-C5A0-9A7B98E8618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B0716F-C880-E50B-47E5-5B68E19BE3A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AB1D841-23CC-A897-B508-B26A54F31141}"/>
              </a:ext>
            </a:extLst>
          </p:cNvPr>
          <p:cNvGrpSpPr/>
          <p:nvPr/>
        </p:nvGrpSpPr>
        <p:grpSpPr>
          <a:xfrm>
            <a:off x="7385592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64A37A-300A-0FE0-74CF-11D610F8550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176C03-1D65-5027-92B3-6C67F19C81F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F5A1C39-B6B6-F3B6-85C7-335A2E2D5EEE}"/>
              </a:ext>
            </a:extLst>
          </p:cNvPr>
          <p:cNvSpPr txBox="1"/>
          <p:nvPr/>
        </p:nvSpPr>
        <p:spPr>
          <a:xfrm>
            <a:off x="5020259" y="2701830"/>
            <a:ext cx="2503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Hyperparameters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D2EE4-4EF5-A4CD-6587-3E8313F6F478}"/>
              </a:ext>
            </a:extLst>
          </p:cNvPr>
          <p:cNvSpPr txBox="1"/>
          <p:nvPr/>
        </p:nvSpPr>
        <p:spPr>
          <a:xfrm>
            <a:off x="5189497" y="3759708"/>
            <a:ext cx="216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Parameters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B0803A8-CBD4-0335-7031-1E128A954E34}"/>
              </a:ext>
            </a:extLst>
          </p:cNvPr>
          <p:cNvSpPr/>
          <p:nvPr/>
        </p:nvSpPr>
        <p:spPr>
          <a:xfrm>
            <a:off x="4613593" y="2569033"/>
            <a:ext cx="3309993" cy="1066772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11786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61A6-4830-EB3B-B640-8A7E7158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FAA51D-168B-0986-53A2-A58843EA5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09047" cy="9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7CF1CC-D309-FCEF-956F-7A47D387F4F9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Configuration from Data</a:t>
            </a:r>
            <a:endParaRPr lang="en-US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5584A-1998-8F75-8522-46837995CA48}"/>
              </a:ext>
            </a:extLst>
          </p:cNvPr>
          <p:cNvSpPr txBox="1"/>
          <p:nvPr/>
        </p:nvSpPr>
        <p:spPr>
          <a:xfrm>
            <a:off x="977274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B8FC1-D997-0B81-46E3-FE007DA1B897}"/>
              </a:ext>
            </a:extLst>
          </p:cNvPr>
          <p:cNvSpPr txBox="1"/>
          <p:nvPr/>
        </p:nvSpPr>
        <p:spPr>
          <a:xfrm>
            <a:off x="5581581" y="1528854"/>
            <a:ext cx="1404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Learning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3F351-E000-B29C-31E8-4D5F0B76EC6C}"/>
              </a:ext>
            </a:extLst>
          </p:cNvPr>
          <p:cNvSpPr txBox="1"/>
          <p:nvPr/>
        </p:nvSpPr>
        <p:spPr>
          <a:xfrm>
            <a:off x="2596452" y="1432584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7E30A-DE90-2EC7-A12A-E0B2112C5E81}"/>
              </a:ext>
            </a:extLst>
          </p:cNvPr>
          <p:cNvSpPr txBox="1"/>
          <p:nvPr/>
        </p:nvSpPr>
        <p:spPr>
          <a:xfrm>
            <a:off x="8357528" y="1432583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FF91E-487B-737A-8CB1-1E394EE40C8C}"/>
              </a:ext>
            </a:extLst>
          </p:cNvPr>
          <p:cNvSpPr txBox="1"/>
          <p:nvPr/>
        </p:nvSpPr>
        <p:spPr>
          <a:xfrm>
            <a:off x="10246523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F9720703-12E7-29C4-42FA-0A31426B1C53}"/>
              </a:ext>
            </a:extLst>
          </p:cNvPr>
          <p:cNvGraphicFramePr>
            <a:graphicFrameLocks noGrp="1"/>
          </p:cNvGraphicFramePr>
          <p:nvPr/>
        </p:nvGraphicFramePr>
        <p:xfrm>
          <a:off x="974346" y="2987667"/>
          <a:ext cx="1140388" cy="2336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88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12.3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58443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5.5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2.2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dark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early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B5DF1486-E89C-5474-4B83-0DB95CD1B491}"/>
              </a:ext>
            </a:extLst>
          </p:cNvPr>
          <p:cNvGraphicFramePr>
            <a:graphicFrameLocks noGrp="1"/>
          </p:cNvGraphicFramePr>
          <p:nvPr/>
        </p:nvGraphicFramePr>
        <p:xfrm>
          <a:off x="2907003" y="2569033"/>
          <a:ext cx="914322" cy="3756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32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0.32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0.75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0.11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24061984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67983978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887475889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675A3F7F-2607-6921-344A-97A7B6CB0C04}"/>
              </a:ext>
            </a:extLst>
          </p:cNvPr>
          <p:cNvGraphicFramePr>
            <a:graphicFrameLocks noGrp="1"/>
          </p:cNvGraphicFramePr>
          <p:nvPr/>
        </p:nvGraphicFramePr>
        <p:xfrm>
          <a:off x="8715855" y="3124013"/>
          <a:ext cx="870441" cy="188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1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79659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2095B22A-8AF2-2986-B0B1-01FFFB23B625}"/>
              </a:ext>
            </a:extLst>
          </p:cNvPr>
          <p:cNvGraphicFramePr>
            <a:graphicFrameLocks noGrp="1"/>
          </p:cNvGraphicFramePr>
          <p:nvPr/>
        </p:nvGraphicFramePr>
        <p:xfrm>
          <a:off x="10378568" y="3732491"/>
          <a:ext cx="870442" cy="469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6" marR="115786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</a:tbl>
          </a:graphicData>
        </a:graphic>
      </p:graphicFrame>
      <p:sp>
        <p:nvSpPr>
          <p:cNvPr id="90" name="Right Arrow 89">
            <a:extLst>
              <a:ext uri="{FF2B5EF4-FFF2-40B4-BE49-F238E27FC236}">
                <a16:creationId xmlns:a16="http://schemas.microsoft.com/office/drawing/2014/main" id="{DA9EE14C-A0C8-A444-B380-FB27B92682A9}"/>
              </a:ext>
            </a:extLst>
          </p:cNvPr>
          <p:cNvSpPr/>
          <p:nvPr/>
        </p:nvSpPr>
        <p:spPr>
          <a:xfrm>
            <a:off x="2284474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BEDD75B9-C1C1-3413-961C-F4AF91F240D1}"/>
              </a:ext>
            </a:extLst>
          </p:cNvPr>
          <p:cNvSpPr/>
          <p:nvPr/>
        </p:nvSpPr>
        <p:spPr>
          <a:xfrm>
            <a:off x="3991065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55B730D6-B98E-F310-46EA-FE759440E6E0}"/>
              </a:ext>
            </a:extLst>
          </p:cNvPr>
          <p:cNvSpPr/>
          <p:nvPr/>
        </p:nvSpPr>
        <p:spPr>
          <a:xfrm>
            <a:off x="8093326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86C98965-7E45-130B-2B02-9C0A0F8884C8}"/>
              </a:ext>
            </a:extLst>
          </p:cNvPr>
          <p:cNvSpPr/>
          <p:nvPr/>
        </p:nvSpPr>
        <p:spPr>
          <a:xfrm>
            <a:off x="9756036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8E9EF-ADE8-1007-0CF2-E589A2C1A108}"/>
              </a:ext>
            </a:extLst>
          </p:cNvPr>
          <p:cNvSpPr/>
          <p:nvPr/>
        </p:nvSpPr>
        <p:spPr>
          <a:xfrm>
            <a:off x="4613594" y="3635805"/>
            <a:ext cx="3309992" cy="2207706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5F56BB4-884D-CAF1-9F8C-0F2D5D29AAF5}"/>
              </a:ext>
            </a:extLst>
          </p:cNvPr>
          <p:cNvGrpSpPr/>
          <p:nvPr/>
        </p:nvGrpSpPr>
        <p:grpSpPr>
          <a:xfrm>
            <a:off x="4864952" y="4224541"/>
            <a:ext cx="293723" cy="293723"/>
            <a:chOff x="7061200" y="1663700"/>
            <a:chExt cx="342900" cy="34290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0872575-B7FE-4C81-F1CF-63456CAFE87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6E75784-2060-4A11-7DA6-7846C0E0B534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9BAA2CB-6AD8-4666-F141-06C0D2F4F696}"/>
              </a:ext>
            </a:extLst>
          </p:cNvPr>
          <p:cNvGrpSpPr/>
          <p:nvPr/>
        </p:nvGrpSpPr>
        <p:grpSpPr>
          <a:xfrm>
            <a:off x="5369269" y="4224535"/>
            <a:ext cx="293723" cy="293723"/>
            <a:chOff x="7061200" y="1663700"/>
            <a:chExt cx="342900" cy="34290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E729941-5BB6-9E18-2105-DFCB7AB1DF8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74C6D37-7C10-A9ED-7217-70822EB0277A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9069D1-F93D-EB63-A8B2-FC09256E4872}"/>
              </a:ext>
            </a:extLst>
          </p:cNvPr>
          <p:cNvGrpSpPr/>
          <p:nvPr/>
        </p:nvGrpSpPr>
        <p:grpSpPr>
          <a:xfrm>
            <a:off x="5873271" y="4224535"/>
            <a:ext cx="293723" cy="293723"/>
            <a:chOff x="7061200" y="1663700"/>
            <a:chExt cx="342900" cy="3429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8ED7BEA-174A-BC40-0108-5F94670EB75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3CCABF6-8BDD-22D3-2541-E526FD02045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7CC371-E65A-0558-C50A-C832F5D36D99}"/>
              </a:ext>
            </a:extLst>
          </p:cNvPr>
          <p:cNvGrpSpPr/>
          <p:nvPr/>
        </p:nvGrpSpPr>
        <p:grpSpPr>
          <a:xfrm>
            <a:off x="6377476" y="4224533"/>
            <a:ext cx="293723" cy="293723"/>
            <a:chOff x="7061200" y="1663700"/>
            <a:chExt cx="342900" cy="3429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2488902-61C4-8D52-4AED-F7EF9208D7F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4E0D4E6-325D-AE2D-0AD4-A7B3AED323B3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A3B67C1-2A4C-7407-B3F1-F5845B91BDED}"/>
              </a:ext>
            </a:extLst>
          </p:cNvPr>
          <p:cNvGrpSpPr/>
          <p:nvPr/>
        </p:nvGrpSpPr>
        <p:grpSpPr>
          <a:xfrm>
            <a:off x="6881589" y="4224535"/>
            <a:ext cx="293723" cy="293723"/>
            <a:chOff x="7061200" y="1663700"/>
            <a:chExt cx="342900" cy="3429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7D4D0FC-92A7-759B-022F-AF8F0AA6E5C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161E1E7-CD02-7AC1-EAF1-17C43D018F3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7A5A63-7A50-4F01-8DA6-381B39B7795A}"/>
              </a:ext>
            </a:extLst>
          </p:cNvPr>
          <p:cNvGrpSpPr/>
          <p:nvPr/>
        </p:nvGrpSpPr>
        <p:grpSpPr>
          <a:xfrm>
            <a:off x="7385591" y="4224535"/>
            <a:ext cx="293723" cy="293723"/>
            <a:chOff x="7061200" y="1663700"/>
            <a:chExt cx="342900" cy="3429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C964009-4F4E-74CE-81FB-3AC37E6DCF22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33D7B16-214D-0498-EB9E-EE90F834B6F9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CEE9A9-8500-7EBF-D1E6-881C77C9ACE7}"/>
              </a:ext>
            </a:extLst>
          </p:cNvPr>
          <p:cNvGrpSpPr/>
          <p:nvPr/>
        </p:nvGrpSpPr>
        <p:grpSpPr>
          <a:xfrm>
            <a:off x="4864952" y="4761594"/>
            <a:ext cx="293723" cy="293723"/>
            <a:chOff x="7061200" y="1663700"/>
            <a:chExt cx="342900" cy="3429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C6B36AF-41B6-7828-722E-27AC9525A6A9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4CCAF0B-A70A-F9D8-620A-1F077546084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9E76EF-7FB6-FC24-2DDB-07081F7115B7}"/>
              </a:ext>
            </a:extLst>
          </p:cNvPr>
          <p:cNvGrpSpPr/>
          <p:nvPr/>
        </p:nvGrpSpPr>
        <p:grpSpPr>
          <a:xfrm>
            <a:off x="5369269" y="4761588"/>
            <a:ext cx="293723" cy="293723"/>
            <a:chOff x="7061200" y="1663700"/>
            <a:chExt cx="342900" cy="3429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FA6DB14-CE21-8B8D-D3A5-4998F9E17F46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6AA8B97-624D-0FB4-6AFC-E50AF6D54FC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2447AB-95BB-08E3-A1C6-4DAF923D2BA9}"/>
              </a:ext>
            </a:extLst>
          </p:cNvPr>
          <p:cNvGrpSpPr/>
          <p:nvPr/>
        </p:nvGrpSpPr>
        <p:grpSpPr>
          <a:xfrm>
            <a:off x="5873271" y="4761588"/>
            <a:ext cx="293723" cy="293723"/>
            <a:chOff x="7061200" y="1663700"/>
            <a:chExt cx="342900" cy="3429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54BA56B-3B60-C07C-D39D-98D1CE65E20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994FFF1-34B8-6BA2-EC24-6917B6619A8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CC0F2E-2631-5B62-E56A-50B90366D62F}"/>
              </a:ext>
            </a:extLst>
          </p:cNvPr>
          <p:cNvGrpSpPr/>
          <p:nvPr/>
        </p:nvGrpSpPr>
        <p:grpSpPr>
          <a:xfrm>
            <a:off x="6377476" y="4761586"/>
            <a:ext cx="293723" cy="293723"/>
            <a:chOff x="7061200" y="1663700"/>
            <a:chExt cx="342900" cy="3429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EE240FC-F3D8-4866-ACDF-EA5D278F6B0F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31AEF98-B2A2-09C9-E352-21B980DA623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B10B69-FA6D-16F0-99F4-92CE32FD4918}"/>
              </a:ext>
            </a:extLst>
          </p:cNvPr>
          <p:cNvGrpSpPr/>
          <p:nvPr/>
        </p:nvGrpSpPr>
        <p:grpSpPr>
          <a:xfrm>
            <a:off x="6881589" y="4761588"/>
            <a:ext cx="293723" cy="293723"/>
            <a:chOff x="7061200" y="1663700"/>
            <a:chExt cx="342900" cy="3429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E3396A5-DBEF-3380-B09D-86A13FC0AF2A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809B3BA-774C-178B-AC1B-2AAE2C47DD8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52E8C4-6217-8F51-E818-8093DE09E9D9}"/>
              </a:ext>
            </a:extLst>
          </p:cNvPr>
          <p:cNvGrpSpPr/>
          <p:nvPr/>
        </p:nvGrpSpPr>
        <p:grpSpPr>
          <a:xfrm>
            <a:off x="7385591" y="4761588"/>
            <a:ext cx="293723" cy="293723"/>
            <a:chOff x="7061200" y="1663700"/>
            <a:chExt cx="342900" cy="3429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5255998-6727-EBB9-446D-F601124F052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4414A6E-A19E-FCFE-EE1C-2F2837F98729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7597F9D-137E-9F03-CF5C-F9DBFA0CF0E8}"/>
              </a:ext>
            </a:extLst>
          </p:cNvPr>
          <p:cNvGrpSpPr/>
          <p:nvPr/>
        </p:nvGrpSpPr>
        <p:grpSpPr>
          <a:xfrm>
            <a:off x="4864952" y="5298646"/>
            <a:ext cx="293723" cy="293723"/>
            <a:chOff x="7061200" y="1663700"/>
            <a:chExt cx="342900" cy="3429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B47A010-E515-5EEF-D2F3-B26A15908FD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A42C8F0-7B23-44D1-4FD3-D9D84271BD19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358242-F46C-AAC8-C8E7-7DFCCFFCC446}"/>
              </a:ext>
            </a:extLst>
          </p:cNvPr>
          <p:cNvGrpSpPr/>
          <p:nvPr/>
        </p:nvGrpSpPr>
        <p:grpSpPr>
          <a:xfrm>
            <a:off x="5369269" y="5298640"/>
            <a:ext cx="293723" cy="293723"/>
            <a:chOff x="7061200" y="1663700"/>
            <a:chExt cx="342900" cy="3429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3BCD8EA-AA2C-2311-6BD5-561E6199875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53885CA-507D-7BEF-F8DC-13B768A425D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2A9A679-6968-2FB3-3A50-C18987EE37B8}"/>
              </a:ext>
            </a:extLst>
          </p:cNvPr>
          <p:cNvGrpSpPr/>
          <p:nvPr/>
        </p:nvGrpSpPr>
        <p:grpSpPr>
          <a:xfrm>
            <a:off x="5873271" y="5298640"/>
            <a:ext cx="293723" cy="293723"/>
            <a:chOff x="7061200" y="1663700"/>
            <a:chExt cx="342900" cy="3429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7890A81-95CC-75DB-6002-D4E5DDD6554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405A16-E57A-B801-B753-A86BF9454E76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FBF224-4DDA-B79D-E8B1-FC617755DD49}"/>
              </a:ext>
            </a:extLst>
          </p:cNvPr>
          <p:cNvGrpSpPr/>
          <p:nvPr/>
        </p:nvGrpSpPr>
        <p:grpSpPr>
          <a:xfrm>
            <a:off x="6377476" y="5298638"/>
            <a:ext cx="293723" cy="293723"/>
            <a:chOff x="7061200" y="1663700"/>
            <a:chExt cx="342900" cy="3429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D189315-556E-BCC3-E54C-8E0A47FCE7B6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7E9717D-795B-AF72-5E57-CB4E18996FA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FB5F358-DD46-1851-3286-D194A708CF9C}"/>
              </a:ext>
            </a:extLst>
          </p:cNvPr>
          <p:cNvGrpSpPr/>
          <p:nvPr/>
        </p:nvGrpSpPr>
        <p:grpSpPr>
          <a:xfrm>
            <a:off x="6881589" y="5298640"/>
            <a:ext cx="293723" cy="293723"/>
            <a:chOff x="7061200" y="1663700"/>
            <a:chExt cx="342900" cy="3429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01B3FE6-2DB6-782C-347E-1268523D58D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DE72EAA-8C51-268A-AFAB-FF1732FDD2E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225442-BCB5-5153-E985-68A44496501D}"/>
              </a:ext>
            </a:extLst>
          </p:cNvPr>
          <p:cNvGrpSpPr/>
          <p:nvPr/>
        </p:nvGrpSpPr>
        <p:grpSpPr>
          <a:xfrm>
            <a:off x="7385591" y="5298640"/>
            <a:ext cx="293723" cy="293723"/>
            <a:chOff x="7061200" y="1663700"/>
            <a:chExt cx="342900" cy="3429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21C67F5-14B0-B590-252F-7B4C56AA6AA3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0466E1E-3EC7-DFB3-E195-CA1CAA3ED6DA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83CCC70-F221-8CD5-24F9-B10A1E4FB568}"/>
              </a:ext>
            </a:extLst>
          </p:cNvPr>
          <p:cNvGrpSpPr/>
          <p:nvPr/>
        </p:nvGrpSpPr>
        <p:grpSpPr>
          <a:xfrm>
            <a:off x="4864952" y="3112749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B3B574F-7BF8-3F2A-F068-E5D3F2E9A69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7ABFE47-CC09-4B2C-A0B1-CBF5AFD684C6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FA6619-89D6-65C1-9E78-5F61BBBAC96C}"/>
              </a:ext>
            </a:extLst>
          </p:cNvPr>
          <p:cNvGrpSpPr/>
          <p:nvPr/>
        </p:nvGrpSpPr>
        <p:grpSpPr>
          <a:xfrm>
            <a:off x="5369269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40231FD-3F28-397F-0557-4ACBDB2C733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3255EA-C2BD-00B0-EF07-093E8C56572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B979074-6B53-EFF6-4CA8-13BBB6F1B769}"/>
              </a:ext>
            </a:extLst>
          </p:cNvPr>
          <p:cNvGrpSpPr/>
          <p:nvPr/>
        </p:nvGrpSpPr>
        <p:grpSpPr>
          <a:xfrm>
            <a:off x="5873271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9056763-52E1-ABF8-5934-EED481B65A2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A7C883-67A0-385C-49E0-80E19D541434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1C27276-A3C0-B21E-BC20-637CAE464F57}"/>
              </a:ext>
            </a:extLst>
          </p:cNvPr>
          <p:cNvGrpSpPr/>
          <p:nvPr/>
        </p:nvGrpSpPr>
        <p:grpSpPr>
          <a:xfrm>
            <a:off x="6377476" y="3112741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1AC0F8E-5FB8-50B1-4C23-C0CA29D6AD1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C70A4E7-15F4-2460-B8F7-34B3211C82D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8D7901E-2883-88E8-9612-D8FA55AC00EE}"/>
              </a:ext>
            </a:extLst>
          </p:cNvPr>
          <p:cNvGrpSpPr/>
          <p:nvPr/>
        </p:nvGrpSpPr>
        <p:grpSpPr>
          <a:xfrm>
            <a:off x="6881590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F387138-8406-C4ED-8C7C-D79F82013209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4592598-81DC-6DEE-EAE6-FE984B968114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CB862-74BA-8D9F-5513-F9210F88F6D5}"/>
              </a:ext>
            </a:extLst>
          </p:cNvPr>
          <p:cNvGrpSpPr/>
          <p:nvPr/>
        </p:nvGrpSpPr>
        <p:grpSpPr>
          <a:xfrm>
            <a:off x="7385592" y="3112743"/>
            <a:ext cx="293723" cy="293723"/>
            <a:chOff x="7061200" y="1663700"/>
            <a:chExt cx="342900" cy="342900"/>
          </a:xfrm>
          <a:solidFill>
            <a:schemeClr val="accent6">
              <a:lumMod val="50000"/>
              <a:lumOff val="50000"/>
            </a:schemeClr>
          </a:solidFill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3EC14E6-6877-0C6B-0FDB-06D759E142B0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E36DFA2-0035-024B-04AE-4EE3641BE9D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44144AC-27ED-7B7B-1601-FF82C3253665}"/>
              </a:ext>
            </a:extLst>
          </p:cNvPr>
          <p:cNvSpPr txBox="1"/>
          <p:nvPr/>
        </p:nvSpPr>
        <p:spPr>
          <a:xfrm>
            <a:off x="5020259" y="2701830"/>
            <a:ext cx="2503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Hyperparameters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2E0A9F-79E3-4E81-E415-D136E01E08F9}"/>
              </a:ext>
            </a:extLst>
          </p:cNvPr>
          <p:cNvSpPr txBox="1"/>
          <p:nvPr/>
        </p:nvSpPr>
        <p:spPr>
          <a:xfrm>
            <a:off x="5189497" y="3759708"/>
            <a:ext cx="216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Parameters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EB35C61-5729-8A90-43EC-AA4E6722CA39}"/>
              </a:ext>
            </a:extLst>
          </p:cNvPr>
          <p:cNvSpPr/>
          <p:nvPr/>
        </p:nvSpPr>
        <p:spPr>
          <a:xfrm>
            <a:off x="4613593" y="2569033"/>
            <a:ext cx="3309993" cy="1066772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59578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49EA-E4B4-4BCB-6D08-DDF1F67D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6FFB0D-3253-7372-B9A0-4F19A4F77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09047" cy="9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9BA0B4-DFD1-6447-0479-D326E07C5DEE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Configuration from Data</a:t>
            </a:r>
            <a:endParaRPr lang="en-US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AEA51-04D8-F004-6B49-0F9EEC8D892B}"/>
              </a:ext>
            </a:extLst>
          </p:cNvPr>
          <p:cNvSpPr txBox="1"/>
          <p:nvPr/>
        </p:nvSpPr>
        <p:spPr>
          <a:xfrm>
            <a:off x="977274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AE5A8-B363-28B6-AE75-FD1D9F6D468E}"/>
              </a:ext>
            </a:extLst>
          </p:cNvPr>
          <p:cNvSpPr txBox="1"/>
          <p:nvPr/>
        </p:nvSpPr>
        <p:spPr>
          <a:xfrm>
            <a:off x="5581581" y="1528854"/>
            <a:ext cx="1404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Learning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B4E9B-2F2F-E7FA-503D-7CF592B942F3}"/>
              </a:ext>
            </a:extLst>
          </p:cNvPr>
          <p:cNvSpPr txBox="1"/>
          <p:nvPr/>
        </p:nvSpPr>
        <p:spPr>
          <a:xfrm>
            <a:off x="2596452" y="1432584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9BB8A-6E37-1935-E857-FB4EE64E89FC}"/>
              </a:ext>
            </a:extLst>
          </p:cNvPr>
          <p:cNvSpPr txBox="1"/>
          <p:nvPr/>
        </p:nvSpPr>
        <p:spPr>
          <a:xfrm>
            <a:off x="8357528" y="1432583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B3F44-AA31-6E68-A9F8-A3AEF1345031}"/>
              </a:ext>
            </a:extLst>
          </p:cNvPr>
          <p:cNvSpPr txBox="1"/>
          <p:nvPr/>
        </p:nvSpPr>
        <p:spPr>
          <a:xfrm>
            <a:off x="10246523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CDA52001-392B-09B2-F9A7-AAF8714A03A0}"/>
              </a:ext>
            </a:extLst>
          </p:cNvPr>
          <p:cNvGraphicFramePr>
            <a:graphicFrameLocks noGrp="1"/>
          </p:cNvGraphicFramePr>
          <p:nvPr/>
        </p:nvGraphicFramePr>
        <p:xfrm>
          <a:off x="974346" y="2987667"/>
          <a:ext cx="1140388" cy="2336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88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12.3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58443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5.5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2.2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dark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early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60E43778-02BF-D586-F2F8-84A66AEDCEED}"/>
              </a:ext>
            </a:extLst>
          </p:cNvPr>
          <p:cNvGraphicFramePr>
            <a:graphicFrameLocks noGrp="1"/>
          </p:cNvGraphicFramePr>
          <p:nvPr/>
        </p:nvGraphicFramePr>
        <p:xfrm>
          <a:off x="2907003" y="2569033"/>
          <a:ext cx="914322" cy="3756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32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0.32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0.75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0.11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24061984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67983978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887475889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25891554-5501-3B73-AD54-8CDFDCF9D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780803"/>
              </p:ext>
            </p:extLst>
          </p:nvPr>
        </p:nvGraphicFramePr>
        <p:xfrm>
          <a:off x="8715855" y="3124013"/>
          <a:ext cx="870441" cy="188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1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79659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7F1A28E3-E1D3-B355-1965-7083FD8DD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67555"/>
              </p:ext>
            </p:extLst>
          </p:nvPr>
        </p:nvGraphicFramePr>
        <p:xfrm>
          <a:off x="10378568" y="3732491"/>
          <a:ext cx="870442" cy="469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endParaRPr lang="en-US" sz="2200" b="0" i="0" dirty="0">
                        <a:solidFill>
                          <a:schemeClr val="accent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115786" marR="115786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</a:tbl>
          </a:graphicData>
        </a:graphic>
      </p:graphicFrame>
      <p:sp>
        <p:nvSpPr>
          <p:cNvPr id="90" name="Right Arrow 89">
            <a:extLst>
              <a:ext uri="{FF2B5EF4-FFF2-40B4-BE49-F238E27FC236}">
                <a16:creationId xmlns:a16="http://schemas.microsoft.com/office/drawing/2014/main" id="{62D07D90-5966-A84B-E4AB-0285EF49542E}"/>
              </a:ext>
            </a:extLst>
          </p:cNvPr>
          <p:cNvSpPr/>
          <p:nvPr/>
        </p:nvSpPr>
        <p:spPr>
          <a:xfrm>
            <a:off x="2284474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FA0BBC29-0B89-D585-4145-E8C93BE2C5F8}"/>
              </a:ext>
            </a:extLst>
          </p:cNvPr>
          <p:cNvSpPr/>
          <p:nvPr/>
        </p:nvSpPr>
        <p:spPr>
          <a:xfrm>
            <a:off x="3991065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CC2FF689-5164-6E16-9248-A1AC5B573A00}"/>
              </a:ext>
            </a:extLst>
          </p:cNvPr>
          <p:cNvSpPr/>
          <p:nvPr/>
        </p:nvSpPr>
        <p:spPr>
          <a:xfrm>
            <a:off x="8093326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42D18177-3FE4-7917-38EA-F67F5DAB94A0}"/>
              </a:ext>
            </a:extLst>
          </p:cNvPr>
          <p:cNvSpPr/>
          <p:nvPr/>
        </p:nvSpPr>
        <p:spPr>
          <a:xfrm>
            <a:off x="9756036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902609-3161-1FB1-02F7-C2217F3DA7AF}"/>
              </a:ext>
            </a:extLst>
          </p:cNvPr>
          <p:cNvSpPr/>
          <p:nvPr/>
        </p:nvSpPr>
        <p:spPr>
          <a:xfrm>
            <a:off x="4613594" y="3635805"/>
            <a:ext cx="3309992" cy="2207706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2BA5AC-599F-D143-2186-FF0CC8E9B61D}"/>
              </a:ext>
            </a:extLst>
          </p:cNvPr>
          <p:cNvGrpSpPr/>
          <p:nvPr/>
        </p:nvGrpSpPr>
        <p:grpSpPr>
          <a:xfrm>
            <a:off x="4864952" y="4224541"/>
            <a:ext cx="293723" cy="293723"/>
            <a:chOff x="7061200" y="1663700"/>
            <a:chExt cx="342900" cy="34290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5BB82EB-8601-B7EA-F8CE-21CEC0BB56C5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1B328C1-BDF3-E839-441D-CFEF4DC1E99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E99985-87A3-1E8D-6A5E-D2A41448C811}"/>
              </a:ext>
            </a:extLst>
          </p:cNvPr>
          <p:cNvGrpSpPr/>
          <p:nvPr/>
        </p:nvGrpSpPr>
        <p:grpSpPr>
          <a:xfrm>
            <a:off x="5369269" y="4224535"/>
            <a:ext cx="293723" cy="293723"/>
            <a:chOff x="7061200" y="1663700"/>
            <a:chExt cx="342900" cy="34290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12030BE9-2788-098F-C40E-B1DBF080599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588EC76-431F-1A08-BBE3-8081C3BC9B3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110DD3-66A1-CDC0-583B-35CFC13CF645}"/>
              </a:ext>
            </a:extLst>
          </p:cNvPr>
          <p:cNvGrpSpPr/>
          <p:nvPr/>
        </p:nvGrpSpPr>
        <p:grpSpPr>
          <a:xfrm>
            <a:off x="5873271" y="4224535"/>
            <a:ext cx="293723" cy="293723"/>
            <a:chOff x="7061200" y="1663700"/>
            <a:chExt cx="342900" cy="3429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A120066-E9A7-A6D2-1614-9D363CDE1FA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F67D3B3-D714-5268-10AF-6427076374F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0DA507-12C8-957B-7016-B1B5EF69D843}"/>
              </a:ext>
            </a:extLst>
          </p:cNvPr>
          <p:cNvGrpSpPr/>
          <p:nvPr/>
        </p:nvGrpSpPr>
        <p:grpSpPr>
          <a:xfrm>
            <a:off x="6377476" y="4224533"/>
            <a:ext cx="293723" cy="293723"/>
            <a:chOff x="7061200" y="1663700"/>
            <a:chExt cx="342900" cy="3429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0D3B0F5-CEA8-4B36-C5ED-77127D4F407D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E14475-F927-D65B-27A5-CF4B95FA6DC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07CCF60-A7D6-4154-5EE1-E7977027D4C8}"/>
              </a:ext>
            </a:extLst>
          </p:cNvPr>
          <p:cNvGrpSpPr/>
          <p:nvPr/>
        </p:nvGrpSpPr>
        <p:grpSpPr>
          <a:xfrm>
            <a:off x="6881589" y="4224535"/>
            <a:ext cx="293723" cy="293723"/>
            <a:chOff x="7061200" y="1663700"/>
            <a:chExt cx="342900" cy="3429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CF980CD-FF53-F24C-5777-6C8960713FA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A210A62-BB8D-272C-0AE5-7806FB9FB43B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E2D1BC-6562-1704-2184-F24612106511}"/>
              </a:ext>
            </a:extLst>
          </p:cNvPr>
          <p:cNvGrpSpPr/>
          <p:nvPr/>
        </p:nvGrpSpPr>
        <p:grpSpPr>
          <a:xfrm>
            <a:off x="7385591" y="4224535"/>
            <a:ext cx="293723" cy="293723"/>
            <a:chOff x="7061200" y="1663700"/>
            <a:chExt cx="342900" cy="3429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DDD59B2-4B57-2667-F8A9-0FDFA1C9547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123C234-579C-60C4-DDF7-6898D389392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02271D-BE91-A55C-8216-E74CD4BFFB7B}"/>
              </a:ext>
            </a:extLst>
          </p:cNvPr>
          <p:cNvGrpSpPr/>
          <p:nvPr/>
        </p:nvGrpSpPr>
        <p:grpSpPr>
          <a:xfrm>
            <a:off x="4864952" y="4761594"/>
            <a:ext cx="293723" cy="293723"/>
            <a:chOff x="7061200" y="1663700"/>
            <a:chExt cx="342900" cy="3429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A71D8F0-F3B6-69E8-AAFA-3BC5021D1D0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A0952D7-CC4D-A509-C0C0-F3A31D1E133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87759D-0071-32A5-3F68-F56C2AFC1BB3}"/>
              </a:ext>
            </a:extLst>
          </p:cNvPr>
          <p:cNvGrpSpPr/>
          <p:nvPr/>
        </p:nvGrpSpPr>
        <p:grpSpPr>
          <a:xfrm>
            <a:off x="5369269" y="4761588"/>
            <a:ext cx="293723" cy="293723"/>
            <a:chOff x="7061200" y="1663700"/>
            <a:chExt cx="342900" cy="3429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96B9A31-695F-24D8-A5C9-304682B11573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161B7CB-C45E-6FB6-80B2-EAEC8979A015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4308FB-3260-D96F-EF86-D3287E4D6C80}"/>
              </a:ext>
            </a:extLst>
          </p:cNvPr>
          <p:cNvGrpSpPr/>
          <p:nvPr/>
        </p:nvGrpSpPr>
        <p:grpSpPr>
          <a:xfrm>
            <a:off x="5873271" y="4761588"/>
            <a:ext cx="293723" cy="293723"/>
            <a:chOff x="7061200" y="1663700"/>
            <a:chExt cx="342900" cy="3429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1FCC471-9A4F-8674-54BF-BA614F7C704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5AB947D-098D-0F2D-176B-5DE78AB0C288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CBE9C7-0CD4-9EF5-A256-5567268A4510}"/>
              </a:ext>
            </a:extLst>
          </p:cNvPr>
          <p:cNvGrpSpPr/>
          <p:nvPr/>
        </p:nvGrpSpPr>
        <p:grpSpPr>
          <a:xfrm>
            <a:off x="6377476" y="4761586"/>
            <a:ext cx="293723" cy="293723"/>
            <a:chOff x="7061200" y="1663700"/>
            <a:chExt cx="342900" cy="3429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037DE41-B17F-2636-76C7-408E34EB173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09C7564-41F5-51F7-3547-203710629096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523338-2C59-0E87-CFA4-E4B8D7DB7E67}"/>
              </a:ext>
            </a:extLst>
          </p:cNvPr>
          <p:cNvGrpSpPr/>
          <p:nvPr/>
        </p:nvGrpSpPr>
        <p:grpSpPr>
          <a:xfrm>
            <a:off x="6881589" y="4761588"/>
            <a:ext cx="293723" cy="293723"/>
            <a:chOff x="7061200" y="1663700"/>
            <a:chExt cx="342900" cy="3429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D6579C3-0928-7463-90B0-40B677C43EE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9A92688-6524-94B9-D01D-97A0282D2F65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B99556-1B92-2AD8-8716-9EA14976A493}"/>
              </a:ext>
            </a:extLst>
          </p:cNvPr>
          <p:cNvGrpSpPr/>
          <p:nvPr/>
        </p:nvGrpSpPr>
        <p:grpSpPr>
          <a:xfrm>
            <a:off x="7385591" y="4761588"/>
            <a:ext cx="293723" cy="293723"/>
            <a:chOff x="7061200" y="1663700"/>
            <a:chExt cx="342900" cy="3429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D20A0F3-7297-C210-CA0D-398744E5CBC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D638102-385B-DED0-0BE4-AFA646D1463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FD2DEC-2520-716D-46A6-140428DA1957}"/>
              </a:ext>
            </a:extLst>
          </p:cNvPr>
          <p:cNvGrpSpPr/>
          <p:nvPr/>
        </p:nvGrpSpPr>
        <p:grpSpPr>
          <a:xfrm>
            <a:off x="4864952" y="5298646"/>
            <a:ext cx="293723" cy="293723"/>
            <a:chOff x="7061200" y="1663700"/>
            <a:chExt cx="342900" cy="3429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19220C7-BA8A-01A2-FA8F-E0BC7E5A0D49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386F374-8E8E-4078-FF2F-6A6D08F4779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106651A-E785-C9BD-B769-92A8CB4BBDC8}"/>
              </a:ext>
            </a:extLst>
          </p:cNvPr>
          <p:cNvGrpSpPr/>
          <p:nvPr/>
        </p:nvGrpSpPr>
        <p:grpSpPr>
          <a:xfrm>
            <a:off x="5369269" y="5298640"/>
            <a:ext cx="293723" cy="293723"/>
            <a:chOff x="7061200" y="1663700"/>
            <a:chExt cx="342900" cy="3429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86CB4EF-46DC-1631-224B-701FD93B09E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D058106-2E8C-3754-8223-001419DA517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EEE757-CB0D-B0D8-D1B7-B10869CE15FC}"/>
              </a:ext>
            </a:extLst>
          </p:cNvPr>
          <p:cNvGrpSpPr/>
          <p:nvPr/>
        </p:nvGrpSpPr>
        <p:grpSpPr>
          <a:xfrm>
            <a:off x="5873271" y="5298640"/>
            <a:ext cx="293723" cy="293723"/>
            <a:chOff x="7061200" y="1663700"/>
            <a:chExt cx="342900" cy="3429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E48B96B-D99D-F83A-F770-E2CF426DDB7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34AFF87-A729-FFF4-6880-E664EA1D6936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E43565A-214F-F5B3-A561-F8215E7F4DB3}"/>
              </a:ext>
            </a:extLst>
          </p:cNvPr>
          <p:cNvGrpSpPr/>
          <p:nvPr/>
        </p:nvGrpSpPr>
        <p:grpSpPr>
          <a:xfrm>
            <a:off x="6377476" y="5298638"/>
            <a:ext cx="293723" cy="293723"/>
            <a:chOff x="7061200" y="1663700"/>
            <a:chExt cx="342900" cy="3429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816ECEF-26E3-CA08-E586-B7A1DA5BFDD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BA19B5D-7A2A-B0EA-4B45-E63A89C2464A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FCE80BF-F77E-8206-7AB3-946BBD57652C}"/>
              </a:ext>
            </a:extLst>
          </p:cNvPr>
          <p:cNvGrpSpPr/>
          <p:nvPr/>
        </p:nvGrpSpPr>
        <p:grpSpPr>
          <a:xfrm>
            <a:off x="6881589" y="5298640"/>
            <a:ext cx="293723" cy="293723"/>
            <a:chOff x="7061200" y="1663700"/>
            <a:chExt cx="342900" cy="3429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8FD9349-71AA-DB78-CFF9-509FFC6BC83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E9AA3A8-CB73-C88D-471A-25206295024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4B57212-2102-DDD8-F3B8-ECC2CB723BF8}"/>
              </a:ext>
            </a:extLst>
          </p:cNvPr>
          <p:cNvGrpSpPr/>
          <p:nvPr/>
        </p:nvGrpSpPr>
        <p:grpSpPr>
          <a:xfrm>
            <a:off x="7385591" y="5298640"/>
            <a:ext cx="293723" cy="293723"/>
            <a:chOff x="7061200" y="1663700"/>
            <a:chExt cx="342900" cy="3429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6D6D47C-B79D-6EC5-97E8-F71C79853D1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00E28F1-0BFD-7E24-D12A-D39DE390612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79018B7-F34D-974F-89B4-8A4B2E104D93}"/>
              </a:ext>
            </a:extLst>
          </p:cNvPr>
          <p:cNvGrpSpPr/>
          <p:nvPr/>
        </p:nvGrpSpPr>
        <p:grpSpPr>
          <a:xfrm>
            <a:off x="4864952" y="3112741"/>
            <a:ext cx="2814363" cy="293731"/>
            <a:chOff x="5216310" y="3159928"/>
            <a:chExt cx="1784752" cy="18627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E1D4F94-152C-B460-2934-9E97B5492D0F}"/>
                </a:ext>
              </a:extLst>
            </p:cNvPr>
            <p:cNvGrpSpPr/>
            <p:nvPr/>
          </p:nvGrpSpPr>
          <p:grpSpPr>
            <a:xfrm rot="3237898">
              <a:off x="5216310" y="3159933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31A64DE-E0A6-8679-A910-046799ABD0A5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48DF44D-661D-5B0B-44B4-FCEA617799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4499582-0E08-61C6-93E9-C29CAA1F404E}"/>
                </a:ext>
              </a:extLst>
            </p:cNvPr>
            <p:cNvGrpSpPr/>
            <p:nvPr/>
          </p:nvGrpSpPr>
          <p:grpSpPr>
            <a:xfrm rot="14573943">
              <a:off x="5536127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436104D-D67D-F14A-499F-7150A3303728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141612CF-1576-E44D-610A-C1712C2E33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6D30EDD-0419-05A5-406B-69DC80E83F1E}"/>
                </a:ext>
              </a:extLst>
            </p:cNvPr>
            <p:cNvGrpSpPr/>
            <p:nvPr/>
          </p:nvGrpSpPr>
          <p:grpSpPr>
            <a:xfrm rot="21170344">
              <a:off x="5855744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94390A1-72F3-5D3C-E321-07F7A98C93CB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743A5A5-319E-22C3-CFA5-58CCA123CA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B9DACD5-C798-E7BF-CA83-8BF719B92F96}"/>
                </a:ext>
              </a:extLst>
            </p:cNvPr>
            <p:cNvGrpSpPr/>
            <p:nvPr/>
          </p:nvGrpSpPr>
          <p:grpSpPr>
            <a:xfrm rot="2614207">
              <a:off x="6175490" y="3159928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86EC19F-0DC6-6164-C437-781B7DDD465E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84D86AA-5C5E-4BBB-4DDE-7CA447AE4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F178415-9880-3D40-867C-54DDE940215D}"/>
                </a:ext>
              </a:extLst>
            </p:cNvPr>
            <p:cNvGrpSpPr/>
            <p:nvPr/>
          </p:nvGrpSpPr>
          <p:grpSpPr>
            <a:xfrm rot="18951785">
              <a:off x="6495178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256B3A0-F2C5-9935-48A2-02C7A58DEC65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D24B800-7E90-2D18-5DB0-3886408462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76108CB-AEA1-EC51-54AA-3B58DFA4C467}"/>
                </a:ext>
              </a:extLst>
            </p:cNvPr>
            <p:cNvGrpSpPr/>
            <p:nvPr/>
          </p:nvGrpSpPr>
          <p:grpSpPr>
            <a:xfrm rot="10225700">
              <a:off x="6814795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0811E98-E3B0-52E1-A85B-60400973CB35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60CD002-EB87-6BE0-FFA3-8B1597C6E1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DD00D82-ECFF-8211-BF57-23F7E05CD2EC}"/>
              </a:ext>
            </a:extLst>
          </p:cNvPr>
          <p:cNvSpPr txBox="1"/>
          <p:nvPr/>
        </p:nvSpPr>
        <p:spPr>
          <a:xfrm>
            <a:off x="5020259" y="2701830"/>
            <a:ext cx="2503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Hyperparameters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E9596E-65AC-D22D-A4A5-2C1F0D4DFB2E}"/>
              </a:ext>
            </a:extLst>
          </p:cNvPr>
          <p:cNvSpPr txBox="1"/>
          <p:nvPr/>
        </p:nvSpPr>
        <p:spPr>
          <a:xfrm>
            <a:off x="5189497" y="3759708"/>
            <a:ext cx="216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Parameters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54B4A60-3E2E-9A07-DCAF-63E7E615BC51}"/>
              </a:ext>
            </a:extLst>
          </p:cNvPr>
          <p:cNvSpPr/>
          <p:nvPr/>
        </p:nvSpPr>
        <p:spPr>
          <a:xfrm>
            <a:off x="4613593" y="2569033"/>
            <a:ext cx="3309993" cy="1066772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570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DE73-469C-A667-07FD-66915165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85FC59-5E44-F253-BB64-03F9DCBA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09047" cy="9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E6C9CE-5956-1463-463C-3B27BDCAC009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Configuration from Data</a:t>
            </a:r>
            <a:endParaRPr lang="en-US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D2C1A-7C3C-5E39-B177-B42817826EEB}"/>
              </a:ext>
            </a:extLst>
          </p:cNvPr>
          <p:cNvSpPr txBox="1"/>
          <p:nvPr/>
        </p:nvSpPr>
        <p:spPr>
          <a:xfrm>
            <a:off x="977274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A1F4C-C61D-AE91-986F-EA46D7FBE0D5}"/>
              </a:ext>
            </a:extLst>
          </p:cNvPr>
          <p:cNvSpPr txBox="1"/>
          <p:nvPr/>
        </p:nvSpPr>
        <p:spPr>
          <a:xfrm>
            <a:off x="5581581" y="1528854"/>
            <a:ext cx="1404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Learning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A2E6C-3BAE-739C-6AC3-B608CB058FAA}"/>
              </a:ext>
            </a:extLst>
          </p:cNvPr>
          <p:cNvSpPr txBox="1"/>
          <p:nvPr/>
        </p:nvSpPr>
        <p:spPr>
          <a:xfrm>
            <a:off x="2596452" y="1432584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2A4FF-779A-72CC-9170-7E86CC18FFD4}"/>
              </a:ext>
            </a:extLst>
          </p:cNvPr>
          <p:cNvSpPr txBox="1"/>
          <p:nvPr/>
        </p:nvSpPr>
        <p:spPr>
          <a:xfrm>
            <a:off x="8357528" y="1432583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5CFDE-B969-3637-0E48-587DD48EA3B9}"/>
              </a:ext>
            </a:extLst>
          </p:cNvPr>
          <p:cNvSpPr txBox="1"/>
          <p:nvPr/>
        </p:nvSpPr>
        <p:spPr>
          <a:xfrm>
            <a:off x="10246523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93493305-FEDC-7CF2-4CB5-5053484A1163}"/>
              </a:ext>
            </a:extLst>
          </p:cNvPr>
          <p:cNvGraphicFramePr>
            <a:graphicFrameLocks noGrp="1"/>
          </p:cNvGraphicFramePr>
          <p:nvPr/>
        </p:nvGraphicFramePr>
        <p:xfrm>
          <a:off x="974346" y="2987667"/>
          <a:ext cx="1140388" cy="2336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88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12.3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58443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5.5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2.2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dark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early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FFA2379C-5FB4-4BC8-17BD-31F8696287A0}"/>
              </a:ext>
            </a:extLst>
          </p:cNvPr>
          <p:cNvGraphicFramePr>
            <a:graphicFrameLocks noGrp="1"/>
          </p:cNvGraphicFramePr>
          <p:nvPr/>
        </p:nvGraphicFramePr>
        <p:xfrm>
          <a:off x="2907003" y="2569033"/>
          <a:ext cx="914322" cy="3756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32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0.32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0.75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0.11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24061984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67983978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887475889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0071735C-E734-63F5-3E94-CE2E4E850D06}"/>
              </a:ext>
            </a:extLst>
          </p:cNvPr>
          <p:cNvGraphicFramePr>
            <a:graphicFrameLocks noGrp="1"/>
          </p:cNvGraphicFramePr>
          <p:nvPr/>
        </p:nvGraphicFramePr>
        <p:xfrm>
          <a:off x="8715855" y="3124013"/>
          <a:ext cx="870441" cy="188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1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79659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0.34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0.12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0.94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0.54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79D5D6ED-74C7-5E5F-758F-E6AFD69E2FD7}"/>
              </a:ext>
            </a:extLst>
          </p:cNvPr>
          <p:cNvGraphicFramePr>
            <a:graphicFrameLocks noGrp="1"/>
          </p:cNvGraphicFramePr>
          <p:nvPr/>
        </p:nvGraphicFramePr>
        <p:xfrm>
          <a:off x="10378568" y="3732491"/>
          <a:ext cx="870442" cy="469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3</a:t>
                      </a:r>
                    </a:p>
                  </a:txBody>
                  <a:tcPr marL="115786" marR="115786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</a:tbl>
          </a:graphicData>
        </a:graphic>
      </p:graphicFrame>
      <p:sp>
        <p:nvSpPr>
          <p:cNvPr id="90" name="Right Arrow 89">
            <a:extLst>
              <a:ext uri="{FF2B5EF4-FFF2-40B4-BE49-F238E27FC236}">
                <a16:creationId xmlns:a16="http://schemas.microsoft.com/office/drawing/2014/main" id="{CBFB3823-6A9A-1F0D-B7DC-9CCE69A2AC03}"/>
              </a:ext>
            </a:extLst>
          </p:cNvPr>
          <p:cNvSpPr/>
          <p:nvPr/>
        </p:nvSpPr>
        <p:spPr>
          <a:xfrm>
            <a:off x="2284474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DB007090-28A7-FB93-D3E2-2857D8A84B19}"/>
              </a:ext>
            </a:extLst>
          </p:cNvPr>
          <p:cNvSpPr/>
          <p:nvPr/>
        </p:nvSpPr>
        <p:spPr>
          <a:xfrm>
            <a:off x="3991065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63BCBFC5-E271-BC13-CF24-D2991F7F8FD7}"/>
              </a:ext>
            </a:extLst>
          </p:cNvPr>
          <p:cNvSpPr/>
          <p:nvPr/>
        </p:nvSpPr>
        <p:spPr>
          <a:xfrm>
            <a:off x="8093326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1316ED3C-8EA9-22F6-1064-E0AC01AD8BBD}"/>
              </a:ext>
            </a:extLst>
          </p:cNvPr>
          <p:cNvSpPr/>
          <p:nvPr/>
        </p:nvSpPr>
        <p:spPr>
          <a:xfrm>
            <a:off x="9756036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E6C43-BF33-B87A-3E28-2C44576ACDFF}"/>
              </a:ext>
            </a:extLst>
          </p:cNvPr>
          <p:cNvSpPr/>
          <p:nvPr/>
        </p:nvSpPr>
        <p:spPr>
          <a:xfrm>
            <a:off x="4613594" y="3635805"/>
            <a:ext cx="3309992" cy="2207706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B28FE4-914A-8B48-1F75-5AFD4E0D2CA5}"/>
              </a:ext>
            </a:extLst>
          </p:cNvPr>
          <p:cNvGrpSpPr/>
          <p:nvPr/>
        </p:nvGrpSpPr>
        <p:grpSpPr>
          <a:xfrm>
            <a:off x="4864952" y="4224541"/>
            <a:ext cx="293723" cy="293723"/>
            <a:chOff x="7061200" y="1663700"/>
            <a:chExt cx="342900" cy="34290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156E085-AD32-B9DF-7DD9-56D4353E42B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EECE583-9802-559B-4E62-2A1EFCC1092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453328-343C-FD3E-E134-000A83071225}"/>
              </a:ext>
            </a:extLst>
          </p:cNvPr>
          <p:cNvGrpSpPr/>
          <p:nvPr/>
        </p:nvGrpSpPr>
        <p:grpSpPr>
          <a:xfrm>
            <a:off x="5369269" y="4224535"/>
            <a:ext cx="293723" cy="293723"/>
            <a:chOff x="7061200" y="1663700"/>
            <a:chExt cx="342900" cy="34290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83F4B9A-2523-3B73-8739-E73B6A724DF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9C11541-7775-ACDD-21FE-C53F3F5C57C3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3FF946-BF7E-C27A-FD0F-9F46473FC435}"/>
              </a:ext>
            </a:extLst>
          </p:cNvPr>
          <p:cNvGrpSpPr/>
          <p:nvPr/>
        </p:nvGrpSpPr>
        <p:grpSpPr>
          <a:xfrm>
            <a:off x="5873271" y="4224535"/>
            <a:ext cx="293723" cy="293723"/>
            <a:chOff x="7061200" y="1663700"/>
            <a:chExt cx="342900" cy="3429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AA18D4F-DC94-C0FC-3329-A9543A5132D8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E0CB053-4C19-C966-80CC-FF7805FAFDB9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32BB76-530E-829D-878B-CA5BACF09623}"/>
              </a:ext>
            </a:extLst>
          </p:cNvPr>
          <p:cNvGrpSpPr/>
          <p:nvPr/>
        </p:nvGrpSpPr>
        <p:grpSpPr>
          <a:xfrm>
            <a:off x="6377476" y="4224533"/>
            <a:ext cx="293723" cy="293723"/>
            <a:chOff x="7061200" y="1663700"/>
            <a:chExt cx="342900" cy="3429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B3D9B32-6807-3F10-D612-4D68ABE280B8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F460D56-7C77-162C-9C56-41E46944353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391184-5C96-ECE7-594B-DBA52BDDE602}"/>
              </a:ext>
            </a:extLst>
          </p:cNvPr>
          <p:cNvGrpSpPr/>
          <p:nvPr/>
        </p:nvGrpSpPr>
        <p:grpSpPr>
          <a:xfrm>
            <a:off x="6881589" y="4224535"/>
            <a:ext cx="293723" cy="293723"/>
            <a:chOff x="7061200" y="1663700"/>
            <a:chExt cx="342900" cy="3429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3C93E24-8C14-741B-F658-82E337CEAC4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040DCD0-007F-8F23-8FAB-089BD5A7273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AAFF48-8B83-82DD-20CD-58DBB0931359}"/>
              </a:ext>
            </a:extLst>
          </p:cNvPr>
          <p:cNvGrpSpPr/>
          <p:nvPr/>
        </p:nvGrpSpPr>
        <p:grpSpPr>
          <a:xfrm>
            <a:off x="7385591" y="4224535"/>
            <a:ext cx="293723" cy="293723"/>
            <a:chOff x="7061200" y="1663700"/>
            <a:chExt cx="342900" cy="3429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6C55FC4-C622-1885-2B7F-801FE413333C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A517D28-80D0-8AC9-61E2-F31FAD24F3FF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A89243-C007-EB31-6054-F1CD7FFB5DB8}"/>
              </a:ext>
            </a:extLst>
          </p:cNvPr>
          <p:cNvGrpSpPr/>
          <p:nvPr/>
        </p:nvGrpSpPr>
        <p:grpSpPr>
          <a:xfrm>
            <a:off x="4864952" y="4761594"/>
            <a:ext cx="293723" cy="293723"/>
            <a:chOff x="7061200" y="1663700"/>
            <a:chExt cx="342900" cy="3429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EAA1403-26F7-D92B-9656-A73130D2FBB9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D914C92-67D7-6F64-8DEF-BBB5CE134AD5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30127E-2244-672A-586E-8E67568B82D0}"/>
              </a:ext>
            </a:extLst>
          </p:cNvPr>
          <p:cNvGrpSpPr/>
          <p:nvPr/>
        </p:nvGrpSpPr>
        <p:grpSpPr>
          <a:xfrm>
            <a:off x="5369269" y="4761588"/>
            <a:ext cx="293723" cy="293723"/>
            <a:chOff x="7061200" y="1663700"/>
            <a:chExt cx="342900" cy="3429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15523D7-9CA7-71D2-8BB7-4BC40F683DBB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5EF5379-5B10-8154-EF38-BDAC7779680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DF8D58-FB7B-C228-0217-4A405FC90537}"/>
              </a:ext>
            </a:extLst>
          </p:cNvPr>
          <p:cNvGrpSpPr/>
          <p:nvPr/>
        </p:nvGrpSpPr>
        <p:grpSpPr>
          <a:xfrm>
            <a:off x="5873271" y="4761588"/>
            <a:ext cx="293723" cy="293723"/>
            <a:chOff x="7061200" y="1663700"/>
            <a:chExt cx="342900" cy="3429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7BB3488-BAD9-8D0A-E55E-4A4647EB5D8E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4D5F244-346A-2E98-8A47-CE9F3D2BFC4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4C9E61-A5B9-984A-EA6D-FD92C28C44F4}"/>
              </a:ext>
            </a:extLst>
          </p:cNvPr>
          <p:cNvGrpSpPr/>
          <p:nvPr/>
        </p:nvGrpSpPr>
        <p:grpSpPr>
          <a:xfrm>
            <a:off x="6377476" y="4761586"/>
            <a:ext cx="293723" cy="293723"/>
            <a:chOff x="7061200" y="1663700"/>
            <a:chExt cx="342900" cy="3429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F7BC89B-0A61-286A-25B0-519BB455CE02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D8517C-FC84-B0DF-57CC-86497F23CF0B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D01B4D-EDCA-D0BC-A2FF-F4B94A83D874}"/>
              </a:ext>
            </a:extLst>
          </p:cNvPr>
          <p:cNvGrpSpPr/>
          <p:nvPr/>
        </p:nvGrpSpPr>
        <p:grpSpPr>
          <a:xfrm>
            <a:off x="6881589" y="4761588"/>
            <a:ext cx="293723" cy="293723"/>
            <a:chOff x="7061200" y="1663700"/>
            <a:chExt cx="342900" cy="3429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8F80B9E-2D78-75BB-A1CC-E25286A07029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47A7AC0-1F31-37A1-A6D1-E1027CE92A6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A545C9-2110-3575-EBC8-5157835A2FC1}"/>
              </a:ext>
            </a:extLst>
          </p:cNvPr>
          <p:cNvGrpSpPr/>
          <p:nvPr/>
        </p:nvGrpSpPr>
        <p:grpSpPr>
          <a:xfrm>
            <a:off x="7385591" y="4761588"/>
            <a:ext cx="293723" cy="293723"/>
            <a:chOff x="7061200" y="1663700"/>
            <a:chExt cx="342900" cy="3429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6809002-8316-7452-3930-AFA749CACF2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1547F98-3B27-9D3A-4EDF-129A49EC694D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970F39-7178-6A22-B218-AE8C8B1D6A10}"/>
              </a:ext>
            </a:extLst>
          </p:cNvPr>
          <p:cNvGrpSpPr/>
          <p:nvPr/>
        </p:nvGrpSpPr>
        <p:grpSpPr>
          <a:xfrm>
            <a:off x="4864952" y="5298646"/>
            <a:ext cx="293723" cy="293723"/>
            <a:chOff x="7061200" y="1663700"/>
            <a:chExt cx="342900" cy="3429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F8869A3-E9DA-DF9E-CDCC-CF534ECDE868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5A42A96-AEF6-F7E6-B970-C6D68736837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5A2A75-33E9-0980-1354-76596978DD6F}"/>
              </a:ext>
            </a:extLst>
          </p:cNvPr>
          <p:cNvGrpSpPr/>
          <p:nvPr/>
        </p:nvGrpSpPr>
        <p:grpSpPr>
          <a:xfrm>
            <a:off x="5369269" y="5298640"/>
            <a:ext cx="293723" cy="293723"/>
            <a:chOff x="7061200" y="1663700"/>
            <a:chExt cx="342900" cy="3429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DA4F39C-9370-256C-9332-1DDC6627FC76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CA5687A-46E2-BE04-BC19-8AE300F2CCC7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EBD8BB-FB14-463F-7044-043A94F81E5D}"/>
              </a:ext>
            </a:extLst>
          </p:cNvPr>
          <p:cNvGrpSpPr/>
          <p:nvPr/>
        </p:nvGrpSpPr>
        <p:grpSpPr>
          <a:xfrm>
            <a:off x="5873271" y="5298640"/>
            <a:ext cx="293723" cy="293723"/>
            <a:chOff x="7061200" y="1663700"/>
            <a:chExt cx="342900" cy="3429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34AD641-3B73-C7FE-D7FC-1C9B3F95C5F5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856FAB0-E4CF-9149-F58F-81DE9581903E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F00885-50A7-F77F-0402-B8E13E2EE9F5}"/>
              </a:ext>
            </a:extLst>
          </p:cNvPr>
          <p:cNvGrpSpPr/>
          <p:nvPr/>
        </p:nvGrpSpPr>
        <p:grpSpPr>
          <a:xfrm>
            <a:off x="6377476" y="5298638"/>
            <a:ext cx="293723" cy="293723"/>
            <a:chOff x="7061200" y="1663700"/>
            <a:chExt cx="342900" cy="3429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D57AE88-58D0-5B7C-8311-F8BDE1DC82C7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2E15C47-75EF-7AA7-D49E-4E0EC173BD55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B540AC-A7B5-3114-5D56-27DFE813D4C0}"/>
              </a:ext>
            </a:extLst>
          </p:cNvPr>
          <p:cNvGrpSpPr/>
          <p:nvPr/>
        </p:nvGrpSpPr>
        <p:grpSpPr>
          <a:xfrm>
            <a:off x="6881589" y="5298640"/>
            <a:ext cx="293723" cy="293723"/>
            <a:chOff x="7061200" y="1663700"/>
            <a:chExt cx="342900" cy="3429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A390B86-E43D-1E6C-E1B5-12A22B6D8461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E35BDEC-36E9-4135-57BB-CE361039EA5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AD19E6-8D81-035B-4DFA-88467BFF62BC}"/>
              </a:ext>
            </a:extLst>
          </p:cNvPr>
          <p:cNvGrpSpPr/>
          <p:nvPr/>
        </p:nvGrpSpPr>
        <p:grpSpPr>
          <a:xfrm>
            <a:off x="7385591" y="5298640"/>
            <a:ext cx="293723" cy="293723"/>
            <a:chOff x="7061200" y="1663700"/>
            <a:chExt cx="342900" cy="3429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D87749D-0B28-074C-B5E7-009904364924}"/>
                </a:ext>
              </a:extLst>
            </p:cNvPr>
            <p:cNvSpPr/>
            <p:nvPr/>
          </p:nvSpPr>
          <p:spPr>
            <a:xfrm>
              <a:off x="7061200" y="1663700"/>
              <a:ext cx="342900" cy="342900"/>
            </a:xfrm>
            <a:prstGeom prst="ellipse">
              <a:avLst/>
            </a:prstGeom>
            <a:solidFill>
              <a:srgbClr val="009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itchFamily="2" charset="77"/>
                <a:cs typeface="Poppins" pitchFamily="2" charset="77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17488E2-1DAB-CD12-EB4D-1110188E1DE2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4" y="1663700"/>
              <a:ext cx="0" cy="19050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E36A4AC-2659-CC2E-E66F-A14EE124C2D2}"/>
              </a:ext>
            </a:extLst>
          </p:cNvPr>
          <p:cNvGrpSpPr/>
          <p:nvPr/>
        </p:nvGrpSpPr>
        <p:grpSpPr>
          <a:xfrm>
            <a:off x="4864952" y="3112741"/>
            <a:ext cx="2814363" cy="293731"/>
            <a:chOff x="5216310" y="3159928"/>
            <a:chExt cx="1784752" cy="18627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0872F31-4173-DDF3-0056-910874C06437}"/>
                </a:ext>
              </a:extLst>
            </p:cNvPr>
            <p:cNvGrpSpPr/>
            <p:nvPr/>
          </p:nvGrpSpPr>
          <p:grpSpPr>
            <a:xfrm rot="3237898">
              <a:off x="5216310" y="3159933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68709EB-22BE-E810-629F-EDA13A364C6B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EF76B6D-E402-80F4-7D01-CE1B6E86E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A52CB86-F50F-E1E1-8790-FEE62708B790}"/>
                </a:ext>
              </a:extLst>
            </p:cNvPr>
            <p:cNvGrpSpPr/>
            <p:nvPr/>
          </p:nvGrpSpPr>
          <p:grpSpPr>
            <a:xfrm rot="14573943">
              <a:off x="5536127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7D9A34B-3443-64CE-43C9-1E7E14C2C0A6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C610F9FD-5D6D-6B2B-4FF3-05E43FF78E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6173F84-F85D-EB77-85A1-45D91DF767BA}"/>
                </a:ext>
              </a:extLst>
            </p:cNvPr>
            <p:cNvGrpSpPr/>
            <p:nvPr/>
          </p:nvGrpSpPr>
          <p:grpSpPr>
            <a:xfrm rot="21170344">
              <a:off x="5855744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EA25E10-C984-7D21-ED3F-DEA745131925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F79F628-7DC0-39B5-6E37-930B26B758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F1D676B-4E8E-C88F-3A4E-87E78F402BE8}"/>
                </a:ext>
              </a:extLst>
            </p:cNvPr>
            <p:cNvGrpSpPr/>
            <p:nvPr/>
          </p:nvGrpSpPr>
          <p:grpSpPr>
            <a:xfrm rot="2614207">
              <a:off x="6175490" y="3159928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C7635E2-3C19-D160-A0D8-121F216C9892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9789FA5-3303-4ABE-C2DB-C452EAF85C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1A76442-614E-A16C-F87E-3C49A4FD1994}"/>
                </a:ext>
              </a:extLst>
            </p:cNvPr>
            <p:cNvGrpSpPr/>
            <p:nvPr/>
          </p:nvGrpSpPr>
          <p:grpSpPr>
            <a:xfrm rot="18951785">
              <a:off x="6495178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6774191-95AC-6561-B889-BAD943833C64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90BEA45-5378-8436-AA3C-9FA21A773B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521AC0B-2968-654E-CF99-C2DD8B6AB12F}"/>
                </a:ext>
              </a:extLst>
            </p:cNvPr>
            <p:cNvGrpSpPr/>
            <p:nvPr/>
          </p:nvGrpSpPr>
          <p:grpSpPr>
            <a:xfrm rot="10225700">
              <a:off x="6814795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3EE15EE-3DD3-FC60-3973-FBEB900D5820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BE4ADA9-5817-9677-C818-B94AB8E468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8C32DE1-79E9-629A-B248-2F8A33416324}"/>
              </a:ext>
            </a:extLst>
          </p:cNvPr>
          <p:cNvSpPr txBox="1"/>
          <p:nvPr/>
        </p:nvSpPr>
        <p:spPr>
          <a:xfrm>
            <a:off x="5020259" y="2701830"/>
            <a:ext cx="2503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Hyperparameters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CA15B7-78F2-BDCD-8D4B-EEF33443669C}"/>
              </a:ext>
            </a:extLst>
          </p:cNvPr>
          <p:cNvSpPr txBox="1"/>
          <p:nvPr/>
        </p:nvSpPr>
        <p:spPr>
          <a:xfrm>
            <a:off x="5189497" y="3759708"/>
            <a:ext cx="216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Parameters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08A4648-19C8-0954-2519-365D55CFE1F1}"/>
              </a:ext>
            </a:extLst>
          </p:cNvPr>
          <p:cNvSpPr/>
          <p:nvPr/>
        </p:nvSpPr>
        <p:spPr>
          <a:xfrm>
            <a:off x="4613593" y="2569033"/>
            <a:ext cx="3309993" cy="1066772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0570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E6D9-C368-1285-3C21-8B76214A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220824"/>
          </a:xfrm>
        </p:spPr>
        <p:txBody>
          <a:bodyPr/>
          <a:lstStyle/>
          <a:p>
            <a:r>
              <a:rPr lang="en-US" b="1" dirty="0"/>
              <a:t>Training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21376-B446-6D59-D631-38C3C2D40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Issues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Training Speed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Overfitting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B6C8E-63B4-F821-2B6A-CBE6817F3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310" y="1143000"/>
            <a:ext cx="56642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21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934F-5DF3-2001-F34E-0F9B35A79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ABEB-B725-88C9-8135-6EDFCB78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63305" cy="4601183"/>
          </a:xfrm>
        </p:spPr>
        <p:txBody>
          <a:bodyPr>
            <a:normAutofit/>
          </a:bodyPr>
          <a:lstStyle/>
          <a:p>
            <a:r>
              <a:rPr lang="en-US" sz="3400" b="1" dirty="0">
                <a:cs typeface="Poppins" pitchFamily="2" charset="77"/>
              </a:rPr>
              <a:t>Optimization </a:t>
            </a:r>
            <a:r>
              <a:rPr lang="en-US" sz="3400" dirty="0">
                <a:cs typeface="Poppins" pitchFamily="2" charset="77"/>
              </a:rPr>
              <a:t>– Reduce </a:t>
            </a:r>
            <a:br>
              <a:rPr lang="en-US" sz="3400" dirty="0">
                <a:cs typeface="Poppins" pitchFamily="2" charset="77"/>
              </a:rPr>
            </a:br>
            <a:r>
              <a:rPr lang="en-US" sz="3400" dirty="0">
                <a:cs typeface="Poppins" pitchFamily="2" charset="77"/>
              </a:rPr>
              <a:t>the Loss</a:t>
            </a:r>
          </a:p>
        </p:txBody>
      </p:sp>
      <p:pic>
        <p:nvPicPr>
          <p:cNvPr id="13" name="Picture 12" descr="A graph with a curved line&#10;&#10;AI-generated content may be incorrect.">
            <a:extLst>
              <a:ext uri="{FF2B5EF4-FFF2-40B4-BE49-F238E27FC236}">
                <a16:creationId xmlns:a16="http://schemas.microsoft.com/office/drawing/2014/main" id="{341FBC9C-E9F0-EC28-8703-0B05726A5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984" y="533009"/>
            <a:ext cx="6889391" cy="560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21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F41C-09D1-5AE7-9C1B-8C8AD79E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51E5-64AA-8D07-2012-EA4E4A26E5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67912" y="868363"/>
            <a:ext cx="7315200" cy="5121275"/>
          </a:xfrm>
        </p:spPr>
        <p:txBody>
          <a:bodyPr/>
          <a:lstStyle/>
          <a:p>
            <a:r>
              <a:rPr lang="en-CA" dirty="0"/>
              <a:t>To learn, a model needs to be able to measure how far off it is from a good fit to the training data</a:t>
            </a:r>
          </a:p>
          <a:p>
            <a:r>
              <a:rPr lang="en-CA" dirty="0"/>
              <a:t>It needs to measure how well it performs using its current parameter values. This measurement is called the loss (or cost), as in how far away it is from a good fit</a:t>
            </a:r>
          </a:p>
          <a:p>
            <a:r>
              <a:rPr lang="en-CA" dirty="0"/>
              <a:t>During training, the loss should decrease</a:t>
            </a:r>
          </a:p>
          <a:p>
            <a:r>
              <a:rPr lang="en-CA" dirty="0"/>
              <a:t>Training involves a cycle of using the loss function to calculate the loss and then adjusting the parameters slightly to improve the fit</a:t>
            </a:r>
          </a:p>
          <a:p>
            <a:r>
              <a:rPr lang="en-CA" dirty="0"/>
              <a:t>This cycle is repeated many times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A9FBBB-B56B-7186-B693-AB494266C6F2}"/>
              </a:ext>
            </a:extLst>
          </p:cNvPr>
          <p:cNvSpPr/>
          <p:nvPr/>
        </p:nvSpPr>
        <p:spPr>
          <a:xfrm>
            <a:off x="0" y="757239"/>
            <a:ext cx="3443288" cy="2171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C5A71D-E873-4043-6C25-31B4644292C8}"/>
              </a:ext>
            </a:extLst>
          </p:cNvPr>
          <p:cNvSpPr/>
          <p:nvPr/>
        </p:nvSpPr>
        <p:spPr>
          <a:xfrm>
            <a:off x="11820525" y="730974"/>
            <a:ext cx="371475" cy="536148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259F5E-DFEE-7C09-F140-CB1EC41F7B2D}"/>
              </a:ext>
            </a:extLst>
          </p:cNvPr>
          <p:cNvSpPr txBox="1">
            <a:spLocks/>
          </p:cNvSpPr>
          <p:nvPr/>
        </p:nvSpPr>
        <p:spPr>
          <a:xfrm>
            <a:off x="328613" y="1123838"/>
            <a:ext cx="2871788" cy="141933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spc="-60" baseline="0">
                <a:solidFill>
                  <a:srgbClr val="FFFFFF"/>
                </a:solidFill>
                <a:latin typeface="Poppins" pitchFamily="2" charset="77"/>
                <a:ea typeface="+mj-ea"/>
                <a:cs typeface="+mj-cs"/>
              </a:defRPr>
            </a:lvl1pPr>
          </a:lstStyle>
          <a:p>
            <a:r>
              <a:rPr lang="en-US" sz="2800" b="1" dirty="0"/>
              <a:t>Mathematical Foundation – </a:t>
            </a:r>
            <a:r>
              <a:rPr lang="en-US" sz="2800" dirty="0">
                <a:cs typeface="Poppins" pitchFamily="2" charset="77"/>
              </a:rPr>
              <a:t>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086B0-7500-6575-4640-D92B1CE4F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83" y="3609474"/>
            <a:ext cx="2874318" cy="222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9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B1B13-8260-1B57-4578-634F3EB917E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67912" y="868363"/>
            <a:ext cx="7315200" cy="5121275"/>
          </a:xfrm>
        </p:spPr>
        <p:txBody>
          <a:bodyPr/>
          <a:lstStyle/>
          <a:p>
            <a:r>
              <a:rPr lang="en-CA" dirty="0"/>
              <a:t>The loss function of a machine learning model measures the “fitness” of the current output of the model</a:t>
            </a:r>
          </a:p>
          <a:p>
            <a:r>
              <a:rPr lang="en-CA" dirty="0"/>
              <a:t>The goal is to have the model fitted to the information in the training data without having it overfitted to include the noise in the training data</a:t>
            </a:r>
          </a:p>
          <a:p>
            <a:r>
              <a:rPr lang="en-CA" dirty="0"/>
              <a:t>This process is called optimization</a:t>
            </a:r>
          </a:p>
          <a:p>
            <a:r>
              <a:rPr lang="en-CA" dirty="0"/>
              <a:t>If the value of the loss function were plotted on a graph vs the parameters, it would show a slope (or gradient) from areas of high loss to low loss</a:t>
            </a:r>
          </a:p>
          <a:p>
            <a:r>
              <a:rPr lang="en-CA" dirty="0"/>
              <a:t>Thus, it is called gradient descent</a:t>
            </a:r>
          </a:p>
          <a:p>
            <a:r>
              <a:rPr lang="en-CA" dirty="0"/>
              <a:t>The parameter values of each cycle form a path from high loss down the gradient to low 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65EB2E-0643-C27C-3208-33EE753F8407}"/>
              </a:ext>
            </a:extLst>
          </p:cNvPr>
          <p:cNvSpPr/>
          <p:nvPr/>
        </p:nvSpPr>
        <p:spPr>
          <a:xfrm>
            <a:off x="0" y="757239"/>
            <a:ext cx="3443288" cy="2171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A53BF6-E79D-E9F1-5BC4-A8281B25A0BB}"/>
              </a:ext>
            </a:extLst>
          </p:cNvPr>
          <p:cNvSpPr/>
          <p:nvPr/>
        </p:nvSpPr>
        <p:spPr>
          <a:xfrm>
            <a:off x="11820525" y="730974"/>
            <a:ext cx="371475" cy="536148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908658-CF8E-4987-EB65-D7E4D8ADAF83}"/>
              </a:ext>
            </a:extLst>
          </p:cNvPr>
          <p:cNvSpPr txBox="1">
            <a:spLocks/>
          </p:cNvSpPr>
          <p:nvPr/>
        </p:nvSpPr>
        <p:spPr>
          <a:xfrm>
            <a:off x="328613" y="1123838"/>
            <a:ext cx="2871788" cy="141933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spc="-60" baseline="0">
                <a:solidFill>
                  <a:srgbClr val="FFFFFF"/>
                </a:solidFill>
                <a:latin typeface="Poppins" pitchFamily="2" charset="77"/>
                <a:ea typeface="+mj-ea"/>
                <a:cs typeface="+mj-cs"/>
              </a:defRPr>
            </a:lvl1pPr>
          </a:lstStyle>
          <a:p>
            <a:r>
              <a:rPr lang="en-US" sz="2800" b="1" dirty="0"/>
              <a:t>Mathematical Foundation – </a:t>
            </a:r>
            <a:r>
              <a:rPr lang="en-US" sz="2800" dirty="0"/>
              <a:t>Loss Function</a:t>
            </a:r>
            <a:endParaRPr lang="en-US" sz="2800" b="1" dirty="0"/>
          </a:p>
        </p:txBody>
      </p:sp>
      <p:pic>
        <p:nvPicPr>
          <p:cNvPr id="9" name="Picture 8" descr="A graph with a curved line&#10;&#10;AI-generated content may be incorrect.">
            <a:extLst>
              <a:ext uri="{FF2B5EF4-FFF2-40B4-BE49-F238E27FC236}">
                <a16:creationId xmlns:a16="http://schemas.microsoft.com/office/drawing/2014/main" id="{1CD0D628-A76C-0059-D32E-C5C950926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7" y="3047573"/>
            <a:ext cx="3613363" cy="294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2E5C-94F1-43AB-00C8-2F36DD54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Complex Cost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CAED22-1FBD-C51A-F00B-33800C86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376" y="1534470"/>
            <a:ext cx="7063422" cy="37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65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C4CA55-0B8E-A5EC-A057-281751735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09047" cy="9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D0CF69-6988-42D9-D3AA-B41E7DF6DC0F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Configuration from Data</a:t>
            </a:r>
            <a:endParaRPr lang="en-US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1D341-12B5-9D87-2775-0F3A85694774}"/>
              </a:ext>
            </a:extLst>
          </p:cNvPr>
          <p:cNvSpPr txBox="1"/>
          <p:nvPr/>
        </p:nvSpPr>
        <p:spPr>
          <a:xfrm>
            <a:off x="977274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F2678-05F4-D95D-0260-DC45FD8EF1A6}"/>
              </a:ext>
            </a:extLst>
          </p:cNvPr>
          <p:cNvSpPr txBox="1"/>
          <p:nvPr/>
        </p:nvSpPr>
        <p:spPr>
          <a:xfrm>
            <a:off x="5581581" y="1528854"/>
            <a:ext cx="1404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Learning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3D1C8-0C04-0176-7C0B-7A00F88B05CC}"/>
              </a:ext>
            </a:extLst>
          </p:cNvPr>
          <p:cNvSpPr txBox="1"/>
          <p:nvPr/>
        </p:nvSpPr>
        <p:spPr>
          <a:xfrm>
            <a:off x="2596452" y="1432584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Input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C29BC-C25E-2C15-3875-8167419C7CB5}"/>
              </a:ext>
            </a:extLst>
          </p:cNvPr>
          <p:cNvSpPr txBox="1"/>
          <p:nvPr/>
        </p:nvSpPr>
        <p:spPr>
          <a:xfrm>
            <a:off x="8357528" y="1432583"/>
            <a:ext cx="1532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Encoded 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640B7-4AD1-A810-E30F-A40E2290FB17}"/>
              </a:ext>
            </a:extLst>
          </p:cNvPr>
          <p:cNvSpPr txBox="1"/>
          <p:nvPr/>
        </p:nvSpPr>
        <p:spPr>
          <a:xfrm>
            <a:off x="10246523" y="1432584"/>
            <a:ext cx="1134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Output</a:t>
            </a:r>
          </a:p>
          <a:p>
            <a:pPr algn="ctr"/>
            <a:r>
              <a:rPr lang="en-US" sz="1600" kern="0" spc="-30" dirty="0">
                <a:solidFill>
                  <a:srgbClr val="009EE2"/>
                </a:solidFill>
                <a:latin typeface="Poppins" pitchFamily="2" charset="77"/>
                <a:cs typeface="Poppins" pitchFamily="2" charset="77"/>
              </a:rPr>
              <a:t>Features</a:t>
            </a: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19B071CF-F34F-ED03-9CE3-252EBB7BF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28119"/>
              </p:ext>
            </p:extLst>
          </p:nvPr>
        </p:nvGraphicFramePr>
        <p:xfrm>
          <a:off x="974346" y="2987667"/>
          <a:ext cx="1140388" cy="23367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0388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12.3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58443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5.5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2.2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dark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early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191D26EA-1289-F20A-79E8-6264FF918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766148"/>
              </p:ext>
            </p:extLst>
          </p:nvPr>
        </p:nvGraphicFramePr>
        <p:xfrm>
          <a:off x="2907003" y="2569033"/>
          <a:ext cx="914322" cy="3756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32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0.32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0.75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0.11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41761705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24061984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1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167983978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</a:t>
                      </a:r>
                    </a:p>
                  </a:txBody>
                  <a:tcPr marL="115785" marR="115785" marT="57894" marB="57894"/>
                </a:tc>
                <a:extLst>
                  <a:ext uri="{0D108BD9-81ED-4DB2-BD59-A6C34878D82A}">
                    <a16:rowId xmlns:a16="http://schemas.microsoft.com/office/drawing/2014/main" val="2887475889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9BB7ECC3-5B30-E087-FE87-19197C72A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01358"/>
              </p:ext>
            </p:extLst>
          </p:nvPr>
        </p:nvGraphicFramePr>
        <p:xfrm>
          <a:off x="8715855" y="3124013"/>
          <a:ext cx="870441" cy="188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1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79659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0.04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0.88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94118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0.19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49312"/>
                  </a:ext>
                </a:extLst>
              </a:tr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0.31</a:t>
                      </a:r>
                    </a:p>
                  </a:txBody>
                  <a:tcPr marL="115785" marR="115785" marT="57894" marB="5789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219870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64B1F320-E5AE-DE9D-2D56-0282EC81C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839628"/>
              </p:ext>
            </p:extLst>
          </p:nvPr>
        </p:nvGraphicFramePr>
        <p:xfrm>
          <a:off x="10378568" y="3732491"/>
          <a:ext cx="870442" cy="469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442">
                  <a:extLst>
                    <a:ext uri="{9D8B030D-6E8A-4147-A177-3AD203B41FA5}">
                      <a16:colId xmlns:a16="http://schemas.microsoft.com/office/drawing/2014/main" val="4138341690"/>
                    </a:ext>
                  </a:extLst>
                </a:gridCol>
              </a:tblGrid>
              <a:tr h="469576">
                <a:tc>
                  <a:txBody>
                    <a:bodyPr/>
                    <a:lstStyle/>
                    <a:p>
                      <a:pPr algn="r"/>
                      <a:r>
                        <a:rPr lang="en-US" sz="2200" b="0" i="0" dirty="0">
                          <a:solidFill>
                            <a:schemeClr val="accent1"/>
                          </a:solidFill>
                          <a:latin typeface="Poppins" pitchFamily="2" charset="77"/>
                          <a:cs typeface="Poppins" pitchFamily="2" charset="77"/>
                        </a:rPr>
                        <a:t>2</a:t>
                      </a:r>
                    </a:p>
                  </a:txBody>
                  <a:tcPr marL="115786" marR="115786" marT="57894" marB="57894"/>
                </a:tc>
                <a:extLst>
                  <a:ext uri="{0D108BD9-81ED-4DB2-BD59-A6C34878D82A}">
                    <a16:rowId xmlns:a16="http://schemas.microsoft.com/office/drawing/2014/main" val="3185967939"/>
                  </a:ext>
                </a:extLst>
              </a:tr>
            </a:tbl>
          </a:graphicData>
        </a:graphic>
      </p:graphicFrame>
      <p:sp>
        <p:nvSpPr>
          <p:cNvPr id="90" name="Right Arrow 89">
            <a:extLst>
              <a:ext uri="{FF2B5EF4-FFF2-40B4-BE49-F238E27FC236}">
                <a16:creationId xmlns:a16="http://schemas.microsoft.com/office/drawing/2014/main" id="{E66EA85C-74E4-4303-7DA2-0E4FB750ABAE}"/>
              </a:ext>
            </a:extLst>
          </p:cNvPr>
          <p:cNvSpPr/>
          <p:nvPr/>
        </p:nvSpPr>
        <p:spPr>
          <a:xfrm>
            <a:off x="2284474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1" name="Right Arrow 90">
            <a:extLst>
              <a:ext uri="{FF2B5EF4-FFF2-40B4-BE49-F238E27FC236}">
                <a16:creationId xmlns:a16="http://schemas.microsoft.com/office/drawing/2014/main" id="{7E9BE984-BFAD-9D51-97C9-C2C0E856255D}"/>
              </a:ext>
            </a:extLst>
          </p:cNvPr>
          <p:cNvSpPr/>
          <p:nvPr/>
        </p:nvSpPr>
        <p:spPr>
          <a:xfrm>
            <a:off x="3991065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70C85067-4248-5977-076B-36037AB88838}"/>
              </a:ext>
            </a:extLst>
          </p:cNvPr>
          <p:cNvSpPr/>
          <p:nvPr/>
        </p:nvSpPr>
        <p:spPr>
          <a:xfrm>
            <a:off x="8093326" y="3743878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BDF01751-2E6D-2707-C3E7-6C2F6173B14F}"/>
              </a:ext>
            </a:extLst>
          </p:cNvPr>
          <p:cNvSpPr/>
          <p:nvPr/>
        </p:nvSpPr>
        <p:spPr>
          <a:xfrm>
            <a:off x="9756036" y="3751787"/>
            <a:ext cx="475939" cy="367052"/>
          </a:xfrm>
          <a:prstGeom prst="rightArrow">
            <a:avLst/>
          </a:prstGeom>
          <a:solidFill>
            <a:srgbClr val="009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8E8398-FC4A-C437-9D48-2437210EA67E}"/>
              </a:ext>
            </a:extLst>
          </p:cNvPr>
          <p:cNvSpPr/>
          <p:nvPr/>
        </p:nvSpPr>
        <p:spPr>
          <a:xfrm>
            <a:off x="4613594" y="3635805"/>
            <a:ext cx="3309992" cy="2207706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F21985E-5D93-6C09-57FA-021818CAAD80}"/>
              </a:ext>
            </a:extLst>
          </p:cNvPr>
          <p:cNvGrpSpPr/>
          <p:nvPr/>
        </p:nvGrpSpPr>
        <p:grpSpPr>
          <a:xfrm>
            <a:off x="4864952" y="4224533"/>
            <a:ext cx="2814362" cy="1367836"/>
            <a:chOff x="5226046" y="3908764"/>
            <a:chExt cx="1784752" cy="86742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5A5D79-8831-C790-7BD1-1A5F7A69F893}"/>
                </a:ext>
              </a:extLst>
            </p:cNvPr>
            <p:cNvGrpSpPr/>
            <p:nvPr/>
          </p:nvGrpSpPr>
          <p:grpSpPr>
            <a:xfrm rot="1119610">
              <a:off x="5226046" y="3908769"/>
              <a:ext cx="186267" cy="186267"/>
              <a:chOff x="7061200" y="1663700"/>
              <a:chExt cx="342900" cy="342900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97D9DC39-E60A-D3E5-54DE-0D7CF3F4003A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75C8756E-AFE0-AA2D-0EB0-EA01028A10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2184565-DF9B-C5D9-81C6-FE46D31A7D64}"/>
                </a:ext>
              </a:extLst>
            </p:cNvPr>
            <p:cNvGrpSpPr/>
            <p:nvPr/>
          </p:nvGrpSpPr>
          <p:grpSpPr>
            <a:xfrm rot="18096680">
              <a:off x="5545863" y="3908765"/>
              <a:ext cx="186267" cy="186267"/>
              <a:chOff x="7061200" y="1663700"/>
              <a:chExt cx="342900" cy="342900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3C2EE373-7412-DF10-8FEB-0A37E1302A98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E64AD69-5F21-2E69-EAF2-C3DA7D0505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967F36D-D8FB-13B8-53C7-110832142F3D}"/>
                </a:ext>
              </a:extLst>
            </p:cNvPr>
            <p:cNvGrpSpPr/>
            <p:nvPr/>
          </p:nvGrpSpPr>
          <p:grpSpPr>
            <a:xfrm rot="8838620">
              <a:off x="5865480" y="3908765"/>
              <a:ext cx="186267" cy="186267"/>
              <a:chOff x="7061200" y="1663700"/>
              <a:chExt cx="342900" cy="3429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E605F82-8CA4-380A-912B-324FADAF9FC8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6AB6104-B6E8-746D-FF02-2E7E278F0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60D9734-87CD-FB42-ABEF-573DDE2DE771}"/>
                </a:ext>
              </a:extLst>
            </p:cNvPr>
            <p:cNvGrpSpPr/>
            <p:nvPr/>
          </p:nvGrpSpPr>
          <p:grpSpPr>
            <a:xfrm rot="19988222">
              <a:off x="6185226" y="3908764"/>
              <a:ext cx="186267" cy="186267"/>
              <a:chOff x="7061200" y="1663700"/>
              <a:chExt cx="342900" cy="342900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7FE3507-34FE-51B3-4B3D-5612AA6C39BC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0D52737-B94D-F744-9726-6397CEFD8B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778DEFC-12E1-1B92-2EFB-BA44C2FEB634}"/>
                </a:ext>
              </a:extLst>
            </p:cNvPr>
            <p:cNvGrpSpPr/>
            <p:nvPr/>
          </p:nvGrpSpPr>
          <p:grpSpPr>
            <a:xfrm rot="15170498">
              <a:off x="6504914" y="3908765"/>
              <a:ext cx="186267" cy="186267"/>
              <a:chOff x="7061200" y="1663700"/>
              <a:chExt cx="342900" cy="34290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8D551719-B18A-7EC3-DF3A-71993963AC5F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331549C-93A1-43D5-1DA7-8CDF568C3C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2C8CC46-AE88-CDBA-53F6-06FF6384C9F4}"/>
                </a:ext>
              </a:extLst>
            </p:cNvPr>
            <p:cNvGrpSpPr/>
            <p:nvPr/>
          </p:nvGrpSpPr>
          <p:grpSpPr>
            <a:xfrm rot="1060094">
              <a:off x="6824531" y="3908765"/>
              <a:ext cx="186267" cy="186267"/>
              <a:chOff x="7061200" y="1663700"/>
              <a:chExt cx="342900" cy="342900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32A71085-6673-0263-9C7B-338C23D39952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68DE3735-3D3B-63EC-2037-7C28FF20CF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B8CA20B-AFD7-510D-52BB-07121AD22B46}"/>
                </a:ext>
              </a:extLst>
            </p:cNvPr>
            <p:cNvGrpSpPr/>
            <p:nvPr/>
          </p:nvGrpSpPr>
          <p:grpSpPr>
            <a:xfrm rot="2569636">
              <a:off x="5226046" y="4249346"/>
              <a:ext cx="186267" cy="186267"/>
              <a:chOff x="7061200" y="1663700"/>
              <a:chExt cx="342900" cy="342900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36AFC8F-EABD-9FB8-03C9-3178951E3FF0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D2F68C6-D441-EAD2-A0A9-62F7EA36ED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19070D4-6E23-3EAB-A342-CEC6468DC7B9}"/>
                </a:ext>
              </a:extLst>
            </p:cNvPr>
            <p:cNvGrpSpPr/>
            <p:nvPr/>
          </p:nvGrpSpPr>
          <p:grpSpPr>
            <a:xfrm rot="20505260">
              <a:off x="5545863" y="4249342"/>
              <a:ext cx="186267" cy="186267"/>
              <a:chOff x="7061200" y="1663700"/>
              <a:chExt cx="342900" cy="3429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7E2CA712-60C2-C147-4154-D609917498FE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34C55C4-7A94-ACFB-2B19-929FEF39FD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ED5040-3BFE-CC90-BDC3-D1B6521A0660}"/>
                </a:ext>
              </a:extLst>
            </p:cNvPr>
            <p:cNvGrpSpPr/>
            <p:nvPr/>
          </p:nvGrpSpPr>
          <p:grpSpPr>
            <a:xfrm rot="1933403">
              <a:off x="5865480" y="4249342"/>
              <a:ext cx="186267" cy="186267"/>
              <a:chOff x="7061200" y="1663700"/>
              <a:chExt cx="342900" cy="3429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BC74F20C-01C5-2175-5F5D-8A651BB8F589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0AB64AD3-1347-BAAC-2F43-DCC765317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1FB6A96-692A-4C9A-4E17-DE8F60B82560}"/>
                </a:ext>
              </a:extLst>
            </p:cNvPr>
            <p:cNvGrpSpPr/>
            <p:nvPr/>
          </p:nvGrpSpPr>
          <p:grpSpPr>
            <a:xfrm rot="13435478">
              <a:off x="6185226" y="4249341"/>
              <a:ext cx="186267" cy="186267"/>
              <a:chOff x="7061200" y="1663700"/>
              <a:chExt cx="342900" cy="34290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FC2DBE3-AE1A-8C37-2413-BC3C0E7683B3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4C0D5C4-1E15-515B-0482-24EAC5168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3961496-03FE-3863-ACD1-9CFBA1C233C0}"/>
                </a:ext>
              </a:extLst>
            </p:cNvPr>
            <p:cNvGrpSpPr/>
            <p:nvPr/>
          </p:nvGrpSpPr>
          <p:grpSpPr>
            <a:xfrm>
              <a:off x="6504914" y="4249342"/>
              <a:ext cx="186267" cy="186267"/>
              <a:chOff x="7061200" y="1663700"/>
              <a:chExt cx="342900" cy="3429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5C5F969-08A8-EE94-C38D-73DDE83C6CBC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35CE6071-5181-970A-DDB1-B65E54E9BE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0638957-A227-C97C-470F-044CA91BB2B1}"/>
                </a:ext>
              </a:extLst>
            </p:cNvPr>
            <p:cNvGrpSpPr/>
            <p:nvPr/>
          </p:nvGrpSpPr>
          <p:grpSpPr>
            <a:xfrm rot="13564831">
              <a:off x="6824531" y="4249342"/>
              <a:ext cx="186267" cy="186267"/>
              <a:chOff x="7061200" y="1663700"/>
              <a:chExt cx="342900" cy="34290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F75375B-5BA6-1E69-988D-DEBF5A7DB75B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33A9C0A-1B58-2C0D-C56C-E6F40BB60E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516C6E-E00A-5E3F-601E-79E7B66286FD}"/>
                </a:ext>
              </a:extLst>
            </p:cNvPr>
            <p:cNvGrpSpPr/>
            <p:nvPr/>
          </p:nvGrpSpPr>
          <p:grpSpPr>
            <a:xfrm rot="8262530">
              <a:off x="5226046" y="4589922"/>
              <a:ext cx="186267" cy="186267"/>
              <a:chOff x="7061200" y="1663700"/>
              <a:chExt cx="342900" cy="34290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EFEAC22-9C5A-9C8B-201D-E617991AE6BE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DE5D834-BC74-6D54-361E-D8A166BA49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08D2BBF-F626-B9C8-7D9A-696F7FB0EBBF}"/>
                </a:ext>
              </a:extLst>
            </p:cNvPr>
            <p:cNvGrpSpPr/>
            <p:nvPr/>
          </p:nvGrpSpPr>
          <p:grpSpPr>
            <a:xfrm rot="19058091">
              <a:off x="5545863" y="4589918"/>
              <a:ext cx="186267" cy="186267"/>
              <a:chOff x="7061200" y="1663700"/>
              <a:chExt cx="342900" cy="342900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3417EE6-C3AB-0956-1DD4-C68BE6467B67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F5FAB50-D3CF-409F-95FF-C1FDB9D99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C1A858A-236D-2DB2-1D25-EEEA9E5D535A}"/>
                </a:ext>
              </a:extLst>
            </p:cNvPr>
            <p:cNvGrpSpPr/>
            <p:nvPr/>
          </p:nvGrpSpPr>
          <p:grpSpPr>
            <a:xfrm rot="12441076">
              <a:off x="5865480" y="4589918"/>
              <a:ext cx="186267" cy="186267"/>
              <a:chOff x="7061200" y="1663700"/>
              <a:chExt cx="342900" cy="3429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B5B8234-9B98-4E85-FAE0-9A4143355987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D89F637-68BE-94BF-AB98-0FE209E5E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C057516-F186-A4C6-11B7-FE506DBD31C8}"/>
                </a:ext>
              </a:extLst>
            </p:cNvPr>
            <p:cNvGrpSpPr/>
            <p:nvPr/>
          </p:nvGrpSpPr>
          <p:grpSpPr>
            <a:xfrm rot="1484593">
              <a:off x="6185226" y="4589917"/>
              <a:ext cx="186267" cy="186267"/>
              <a:chOff x="7061200" y="1663700"/>
              <a:chExt cx="342900" cy="34290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4091219-5CEC-CF7F-125C-37711B2062CF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B0CE854-3A53-E450-54C1-1F1FD5B12A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170CFC2-D422-44B2-AAA5-9D8AA8152AF0}"/>
                </a:ext>
              </a:extLst>
            </p:cNvPr>
            <p:cNvGrpSpPr/>
            <p:nvPr/>
          </p:nvGrpSpPr>
          <p:grpSpPr>
            <a:xfrm rot="19088702">
              <a:off x="6504914" y="4589918"/>
              <a:ext cx="186267" cy="186267"/>
              <a:chOff x="7061200" y="1663700"/>
              <a:chExt cx="342900" cy="3429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7B43CE6-285C-57F5-F6C4-D4B3698C78F7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16D7D4E-6752-F351-92D6-50BA20334C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3F2B3DB-A1FA-A05F-5089-973A9021BC80}"/>
                </a:ext>
              </a:extLst>
            </p:cNvPr>
            <p:cNvGrpSpPr/>
            <p:nvPr/>
          </p:nvGrpSpPr>
          <p:grpSpPr>
            <a:xfrm rot="2124228">
              <a:off x="6824531" y="4589918"/>
              <a:ext cx="186267" cy="186267"/>
              <a:chOff x="7061200" y="1663700"/>
              <a:chExt cx="342900" cy="34290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1F6DA22-A615-74BB-F224-6EBC2C332096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solidFill>
                <a:srgbClr val="009E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C96FE91-0FC5-A0BE-9DD5-5F378221AE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D279E8C-5703-9553-5316-37F9B6DD8AD0}"/>
              </a:ext>
            </a:extLst>
          </p:cNvPr>
          <p:cNvGrpSpPr/>
          <p:nvPr/>
        </p:nvGrpSpPr>
        <p:grpSpPr>
          <a:xfrm>
            <a:off x="4864952" y="3112741"/>
            <a:ext cx="2814363" cy="293731"/>
            <a:chOff x="5216310" y="3159928"/>
            <a:chExt cx="1784752" cy="18627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F4FCDFE-7FDD-7665-B019-758F389C8D08}"/>
                </a:ext>
              </a:extLst>
            </p:cNvPr>
            <p:cNvGrpSpPr/>
            <p:nvPr/>
          </p:nvGrpSpPr>
          <p:grpSpPr>
            <a:xfrm rot="3237898">
              <a:off x="5216310" y="3159933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DEA7C36-D5C0-B967-3AB7-CA579352735D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9E6C4FC-1D28-14BE-CC0F-88652B788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264473E-406C-DE12-5D4B-F44577261C6D}"/>
                </a:ext>
              </a:extLst>
            </p:cNvPr>
            <p:cNvGrpSpPr/>
            <p:nvPr/>
          </p:nvGrpSpPr>
          <p:grpSpPr>
            <a:xfrm rot="14573943">
              <a:off x="5536127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2546AA7-DEE0-2DB4-BD21-B04FD0570686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21518A7-AE1B-EE85-E7C0-F91F0C581C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F5AA95A-921F-7230-248F-762814FAD2D3}"/>
                </a:ext>
              </a:extLst>
            </p:cNvPr>
            <p:cNvGrpSpPr/>
            <p:nvPr/>
          </p:nvGrpSpPr>
          <p:grpSpPr>
            <a:xfrm rot="21170344">
              <a:off x="5855744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2264FDA-E818-0378-05BE-F54047370853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746B420-D7D1-F84B-AEB0-472ABD5A7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6393E82-2879-200B-39D9-94752F3729E7}"/>
                </a:ext>
              </a:extLst>
            </p:cNvPr>
            <p:cNvGrpSpPr/>
            <p:nvPr/>
          </p:nvGrpSpPr>
          <p:grpSpPr>
            <a:xfrm rot="2614207">
              <a:off x="6175490" y="3159928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FE9E63F-46E6-07FC-578C-106F334E777A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627405-F5BC-EE04-AED9-AA1B04B74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860B1AF-AF75-9921-8859-E3A7305B329F}"/>
                </a:ext>
              </a:extLst>
            </p:cNvPr>
            <p:cNvGrpSpPr/>
            <p:nvPr/>
          </p:nvGrpSpPr>
          <p:grpSpPr>
            <a:xfrm rot="18951785">
              <a:off x="6495178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6ED395C-8AA2-B554-3622-2E9676E54AC8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DEEF5F7-9DB3-17DE-1FB8-47ABA5486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C60B351-DF0E-4CB7-3557-6652F07A6339}"/>
                </a:ext>
              </a:extLst>
            </p:cNvPr>
            <p:cNvGrpSpPr/>
            <p:nvPr/>
          </p:nvGrpSpPr>
          <p:grpSpPr>
            <a:xfrm rot="10225700">
              <a:off x="6814795" y="3159929"/>
              <a:ext cx="186267" cy="186267"/>
              <a:chOff x="7061200" y="1663700"/>
              <a:chExt cx="342900" cy="342900"/>
            </a:xfrm>
            <a:solidFill>
              <a:schemeClr val="accent6">
                <a:lumMod val="50000"/>
                <a:lumOff val="50000"/>
              </a:schemeClr>
            </a:soli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DD680D9-B404-FFF4-B768-EA29E61E23A1}"/>
                  </a:ext>
                </a:extLst>
              </p:cNvPr>
              <p:cNvSpPr/>
              <p:nvPr/>
            </p:nvSpPr>
            <p:spPr>
              <a:xfrm>
                <a:off x="7061200" y="1663700"/>
                <a:ext cx="342900" cy="342900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Poppins" pitchFamily="2" charset="77"/>
                  <a:cs typeface="Poppins" pitchFamily="2" charset="77"/>
                </a:endParaRP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9F19A3B-AB58-6FAF-B7E8-707E815669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534" y="1663700"/>
                <a:ext cx="0" cy="19050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CED7720-7025-B47F-B980-00A8051420E6}"/>
              </a:ext>
            </a:extLst>
          </p:cNvPr>
          <p:cNvSpPr txBox="1"/>
          <p:nvPr/>
        </p:nvSpPr>
        <p:spPr>
          <a:xfrm>
            <a:off x="5020259" y="2701830"/>
            <a:ext cx="2503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Hyperparameters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8A4D8D-92C3-3DAF-2A93-5F1DE98B2E57}"/>
              </a:ext>
            </a:extLst>
          </p:cNvPr>
          <p:cNvSpPr txBox="1"/>
          <p:nvPr/>
        </p:nvSpPr>
        <p:spPr>
          <a:xfrm>
            <a:off x="5189497" y="3759708"/>
            <a:ext cx="216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spc="-30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Parameters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E90036B-2052-CC86-6241-9C56E8C7A931}"/>
              </a:ext>
            </a:extLst>
          </p:cNvPr>
          <p:cNvSpPr/>
          <p:nvPr/>
        </p:nvSpPr>
        <p:spPr>
          <a:xfrm>
            <a:off x="4613593" y="2569033"/>
            <a:ext cx="3309993" cy="1066772"/>
          </a:xfrm>
          <a:prstGeom prst="rect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146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BC19A0-EAD7-9C54-547E-2E4AEB124F8C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Training vs Running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826F35-C342-6590-1CF4-E67C4E21A222}"/>
              </a:ext>
            </a:extLst>
          </p:cNvPr>
          <p:cNvGrpSpPr/>
          <p:nvPr/>
        </p:nvGrpSpPr>
        <p:grpSpPr>
          <a:xfrm>
            <a:off x="1491298" y="1697974"/>
            <a:ext cx="9204979" cy="3815320"/>
            <a:chOff x="381008" y="1231900"/>
            <a:chExt cx="8216891" cy="3405773"/>
          </a:xfrm>
        </p:grpSpPr>
        <p:sp>
          <p:nvSpPr>
            <p:cNvPr id="4" name="Can 3">
              <a:extLst>
                <a:ext uri="{FF2B5EF4-FFF2-40B4-BE49-F238E27FC236}">
                  <a16:creationId xmlns:a16="http://schemas.microsoft.com/office/drawing/2014/main" id="{5BF0C1D3-26CB-F797-45B2-DAC2BF2819C6}"/>
                </a:ext>
              </a:extLst>
            </p:cNvPr>
            <p:cNvSpPr/>
            <p:nvPr/>
          </p:nvSpPr>
          <p:spPr>
            <a:xfrm>
              <a:off x="381008" y="1231900"/>
              <a:ext cx="1676400" cy="1498600"/>
            </a:xfrm>
            <a:prstGeom prst="can">
              <a:avLst/>
            </a:prstGeom>
            <a:noFill/>
            <a:ln w="254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Snip Single Corner Rectangle 4">
              <a:extLst>
                <a:ext uri="{FF2B5EF4-FFF2-40B4-BE49-F238E27FC236}">
                  <a16:creationId xmlns:a16="http://schemas.microsoft.com/office/drawing/2014/main" id="{05E30993-D632-3744-0DF6-B1816927D701}"/>
                </a:ext>
              </a:extLst>
            </p:cNvPr>
            <p:cNvSpPr/>
            <p:nvPr/>
          </p:nvSpPr>
          <p:spPr>
            <a:xfrm>
              <a:off x="431808" y="3429000"/>
              <a:ext cx="1612900" cy="1066800"/>
            </a:xfrm>
            <a:prstGeom prst="snip1Rect">
              <a:avLst/>
            </a:prstGeom>
            <a:noFill/>
            <a:ln w="254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973415-3FD0-F296-5127-B774D7617072}"/>
                </a:ext>
              </a:extLst>
            </p:cNvPr>
            <p:cNvSpPr txBox="1"/>
            <p:nvPr/>
          </p:nvSpPr>
          <p:spPr>
            <a:xfrm>
              <a:off x="731116" y="1857168"/>
              <a:ext cx="976181" cy="5220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Historical</a:t>
              </a:r>
            </a:p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Data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F89F6E-05BA-3DC1-B16C-0307A867B395}"/>
                </a:ext>
              </a:extLst>
            </p:cNvPr>
            <p:cNvSpPr txBox="1"/>
            <p:nvPr/>
          </p:nvSpPr>
          <p:spPr>
            <a:xfrm>
              <a:off x="921143" y="3724633"/>
              <a:ext cx="596126" cy="5220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New</a:t>
              </a:r>
            </a:p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Data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FA94F9-8A3F-FACF-2111-4B472AFD7824}"/>
                </a:ext>
              </a:extLst>
            </p:cNvPr>
            <p:cNvSpPr/>
            <p:nvPr/>
          </p:nvSpPr>
          <p:spPr>
            <a:xfrm>
              <a:off x="3648636" y="1289050"/>
              <a:ext cx="1571515" cy="1384300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614038-693A-BA1B-DA7C-62E9F688B1E5}"/>
                </a:ext>
              </a:extLst>
            </p:cNvPr>
            <p:cNvSpPr txBox="1"/>
            <p:nvPr/>
          </p:nvSpPr>
          <p:spPr>
            <a:xfrm>
              <a:off x="4008956" y="1756928"/>
              <a:ext cx="877161" cy="5220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Model</a:t>
              </a:r>
            </a:p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Training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C3DD14A-AE28-A72C-7D0B-EAA0F4FBF819}"/>
                </a:ext>
              </a:extLst>
            </p:cNvPr>
            <p:cNvSpPr/>
            <p:nvPr/>
          </p:nvSpPr>
          <p:spPr>
            <a:xfrm>
              <a:off x="3648636" y="3253373"/>
              <a:ext cx="1558371" cy="1384300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EA0471-E6A9-94FA-FD40-85B6F7ABFDE2}"/>
                </a:ext>
              </a:extLst>
            </p:cNvPr>
            <p:cNvSpPr txBox="1"/>
            <p:nvPr/>
          </p:nvSpPr>
          <p:spPr>
            <a:xfrm>
              <a:off x="4019029" y="3724633"/>
              <a:ext cx="890612" cy="5220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Model</a:t>
              </a:r>
            </a:p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Running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471B066-076B-ADDF-77A0-88B18FD2A9C9}"/>
                </a:ext>
              </a:extLst>
            </p:cNvPr>
            <p:cNvCxnSpPr>
              <a:stCxn id="4" idx="4"/>
              <a:endCxn id="8" idx="1"/>
            </p:cNvCxnSpPr>
            <p:nvPr/>
          </p:nvCxnSpPr>
          <p:spPr>
            <a:xfrm>
              <a:off x="2057408" y="1981200"/>
              <a:ext cx="1591228" cy="0"/>
            </a:xfrm>
            <a:prstGeom prst="straightConnector1">
              <a:avLst/>
            </a:prstGeom>
            <a:ln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1AA4F2D-0569-75BD-AE8C-0B7055BEB4F0}"/>
                </a:ext>
              </a:extLst>
            </p:cNvPr>
            <p:cNvCxnSpPr>
              <a:cxnSpLocks/>
              <a:stCxn id="5" idx="0"/>
              <a:endCxn id="10" idx="1"/>
            </p:cNvCxnSpPr>
            <p:nvPr/>
          </p:nvCxnSpPr>
          <p:spPr>
            <a:xfrm flipV="1">
              <a:off x="2044708" y="3945523"/>
              <a:ext cx="1603928" cy="16877"/>
            </a:xfrm>
            <a:prstGeom prst="straightConnector1">
              <a:avLst/>
            </a:prstGeom>
            <a:ln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892370-0E8E-ABD4-1D9B-1AD6429EA9EF}"/>
                </a:ext>
              </a:extLst>
            </p:cNvPr>
            <p:cNvSpPr txBox="1"/>
            <p:nvPr/>
          </p:nvSpPr>
          <p:spPr>
            <a:xfrm>
              <a:off x="4578037" y="2821108"/>
              <a:ext cx="1200839" cy="3022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Parameters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E28F78E-989C-DCA8-2AA7-2C2B4C487ADD}"/>
                </a:ext>
              </a:extLst>
            </p:cNvPr>
            <p:cNvCxnSpPr/>
            <p:nvPr/>
          </p:nvCxnSpPr>
          <p:spPr>
            <a:xfrm>
              <a:off x="5220151" y="1981200"/>
              <a:ext cx="1591228" cy="0"/>
            </a:xfrm>
            <a:prstGeom prst="straightConnector1">
              <a:avLst/>
            </a:prstGeom>
            <a:ln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A4240D9-2BCE-A1E3-345A-FBF57CAFB099}"/>
                </a:ext>
              </a:extLst>
            </p:cNvPr>
            <p:cNvCxnSpPr/>
            <p:nvPr/>
          </p:nvCxnSpPr>
          <p:spPr>
            <a:xfrm>
              <a:off x="5220151" y="3962400"/>
              <a:ext cx="1591228" cy="0"/>
            </a:xfrm>
            <a:prstGeom prst="straightConnector1">
              <a:avLst/>
            </a:prstGeom>
            <a:ln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070F33B-06B6-B611-CCE1-981F38BD0FCB}"/>
                </a:ext>
              </a:extLst>
            </p:cNvPr>
            <p:cNvSpPr/>
            <p:nvPr/>
          </p:nvSpPr>
          <p:spPr>
            <a:xfrm>
              <a:off x="6811379" y="1412875"/>
              <a:ext cx="1786520" cy="113665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1A2B3C-92A0-1BC4-3236-5C6CAB7D7AE9}"/>
                </a:ext>
              </a:extLst>
            </p:cNvPr>
            <p:cNvSpPr txBox="1"/>
            <p:nvPr/>
          </p:nvSpPr>
          <p:spPr>
            <a:xfrm>
              <a:off x="7310262" y="1885808"/>
              <a:ext cx="801895" cy="3022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Testing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84CB0B0-20BA-E56C-8FCB-7A2E6A32C39F}"/>
                </a:ext>
              </a:extLst>
            </p:cNvPr>
            <p:cNvSpPr/>
            <p:nvPr/>
          </p:nvSpPr>
          <p:spPr>
            <a:xfrm>
              <a:off x="6824522" y="3341687"/>
              <a:ext cx="1773377" cy="113665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B54A5C-5D9B-6669-E45F-955410627908}"/>
                </a:ext>
              </a:extLst>
            </p:cNvPr>
            <p:cNvSpPr txBox="1"/>
            <p:nvPr/>
          </p:nvSpPr>
          <p:spPr>
            <a:xfrm>
              <a:off x="6837667" y="3810553"/>
              <a:ext cx="1760232" cy="30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kern="0" spc="-30" dirty="0">
                  <a:solidFill>
                    <a:srgbClr val="009EE2"/>
                  </a:solidFill>
                  <a:latin typeface="Poppins" pitchFamily="2" charset="77"/>
                  <a:cs typeface="Poppins" pitchFamily="2" charset="77"/>
                </a:rPr>
                <a:t>Recommendation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CA4DAE-A7CD-ADC0-68BC-DAFF937CE93E}"/>
                </a:ext>
              </a:extLst>
            </p:cNvPr>
            <p:cNvSpPr txBox="1"/>
            <p:nvPr/>
          </p:nvSpPr>
          <p:spPr>
            <a:xfrm>
              <a:off x="4579869" y="3374750"/>
              <a:ext cx="568081" cy="27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kern="0" spc="-30" dirty="0">
                  <a:latin typeface="Poppins" pitchFamily="2" charset="77"/>
                  <a:cs typeface="Poppins" pitchFamily="2" charset="77"/>
                </a:rPr>
                <a:t>Fast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6E3742-B2E9-E5BF-D6C4-6AE84D6319A1}"/>
                </a:ext>
              </a:extLst>
            </p:cNvPr>
            <p:cNvSpPr txBox="1"/>
            <p:nvPr/>
          </p:nvSpPr>
          <p:spPr>
            <a:xfrm>
              <a:off x="4579869" y="1421204"/>
              <a:ext cx="568081" cy="27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kern="0" spc="-30" dirty="0">
                  <a:latin typeface="Poppins" pitchFamily="2" charset="77"/>
                  <a:cs typeface="Poppins" pitchFamily="2" charset="77"/>
                </a:rPr>
                <a:t>Slow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F64B5F-5AFC-DF40-7940-42F6B45A2420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6024744" y="3312759"/>
            <a:ext cx="7363" cy="649772"/>
          </a:xfrm>
          <a:prstGeom prst="straightConnector1">
            <a:avLst/>
          </a:prstGeom>
          <a:ln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43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AEE4-5BF9-BDEC-06F6-A1A403C08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2CA591-A66F-03C0-87E3-DE19935882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A67F7B-C255-AF4B-A1A5-43139EFC98BA}"/>
              </a:ext>
            </a:extLst>
          </p:cNvPr>
          <p:cNvGrpSpPr/>
          <p:nvPr/>
        </p:nvGrpSpPr>
        <p:grpSpPr>
          <a:xfrm>
            <a:off x="3037562" y="370562"/>
            <a:ext cx="6116875" cy="6116875"/>
            <a:chOff x="3037562" y="370562"/>
            <a:chExt cx="6116875" cy="611687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F4A5FAE-59B6-9EA8-12D3-6B6077B4B68D}"/>
                </a:ext>
              </a:extLst>
            </p:cNvPr>
            <p:cNvSpPr/>
            <p:nvPr/>
          </p:nvSpPr>
          <p:spPr>
            <a:xfrm>
              <a:off x="3037562" y="370562"/>
              <a:ext cx="6116875" cy="611687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610596C-AC6C-7EED-E4A1-55C79B7FBAC1}"/>
                </a:ext>
              </a:extLst>
            </p:cNvPr>
            <p:cNvSpPr/>
            <p:nvPr/>
          </p:nvSpPr>
          <p:spPr>
            <a:xfrm>
              <a:off x="3547929" y="1097959"/>
              <a:ext cx="5096140" cy="523427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54D450-6E14-779E-C007-CDB367AADE9F}"/>
                </a:ext>
              </a:extLst>
            </p:cNvPr>
            <p:cNvSpPr/>
            <p:nvPr/>
          </p:nvSpPr>
          <p:spPr>
            <a:xfrm>
              <a:off x="3968959" y="1916997"/>
              <a:ext cx="4254081" cy="425408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9F5814-059C-8EB4-1513-A9AD3682DF45}"/>
                </a:ext>
              </a:extLst>
            </p:cNvPr>
            <p:cNvSpPr txBox="1"/>
            <p:nvPr/>
          </p:nvSpPr>
          <p:spPr>
            <a:xfrm>
              <a:off x="4839700" y="2237735"/>
              <a:ext cx="2512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Neural Networks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1DEE84-5FAB-66D8-2441-E14617E82E91}"/>
                </a:ext>
              </a:extLst>
            </p:cNvPr>
            <p:cNvSpPr txBox="1"/>
            <p:nvPr/>
          </p:nvSpPr>
          <p:spPr>
            <a:xfrm>
              <a:off x="4618100" y="607030"/>
              <a:ext cx="29557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Artificial Intelligence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E6B588-AF38-01DC-B05D-69E7595B1264}"/>
                </a:ext>
              </a:extLst>
            </p:cNvPr>
            <p:cNvSpPr txBox="1"/>
            <p:nvPr/>
          </p:nvSpPr>
          <p:spPr>
            <a:xfrm>
              <a:off x="4754469" y="1418696"/>
              <a:ext cx="2683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Machine Learning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93320-07C4-AA82-C9EF-9BBE2FDEE35F}"/>
                </a:ext>
              </a:extLst>
            </p:cNvPr>
            <p:cNvSpPr/>
            <p:nvPr/>
          </p:nvSpPr>
          <p:spPr>
            <a:xfrm>
              <a:off x="4495287" y="2850323"/>
              <a:ext cx="3201425" cy="319909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645D0A-C3E7-D507-1B4C-BA6A41C17A65}"/>
                </a:ext>
              </a:extLst>
            </p:cNvPr>
            <p:cNvSpPr txBox="1"/>
            <p:nvPr/>
          </p:nvSpPr>
          <p:spPr>
            <a:xfrm>
              <a:off x="4967545" y="3266257"/>
              <a:ext cx="22569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Deep Learning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9456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A9D8C-1812-7824-7CCC-83D6497C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E188CF-C2A3-E249-9533-3F66902CBE23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Neural Networks – </a:t>
            </a:r>
            <a:r>
              <a:rPr lang="en-US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Similar to Neurons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959" y="1090319"/>
            <a:ext cx="7814855" cy="50390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CBDB60-7FB9-8ADB-1B43-F22250661749}"/>
              </a:ext>
            </a:extLst>
          </p:cNvPr>
          <p:cNvSpPr txBox="1"/>
          <p:nvPr/>
        </p:nvSpPr>
        <p:spPr>
          <a:xfrm>
            <a:off x="8693943" y="6464495"/>
            <a:ext cx="2707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kern="0" spc="-30" dirty="0" err="1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en.wikipedia.org</a:t>
            </a:r>
            <a:r>
              <a:rPr lang="en-US" sz="1400" kern="0" spc="-30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/wiki/Neuron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05358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05536-B35E-B328-E509-B3ED5EAD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FFF9-BE9F-CD7A-0A40-922C51332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63305" cy="4601183"/>
          </a:xfrm>
        </p:spPr>
        <p:txBody>
          <a:bodyPr>
            <a:normAutofit/>
          </a:bodyPr>
          <a:lstStyle/>
          <a:p>
            <a:r>
              <a:rPr lang="en-US" b="1" dirty="0">
                <a:cs typeface="Poppins" pitchFamily="2" charset="77"/>
              </a:rPr>
              <a:t>Deep Learning</a:t>
            </a:r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BEFC13C9-850F-EE97-86A8-02049B471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376" y="719839"/>
            <a:ext cx="5990168" cy="541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03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18E7-9AD8-F6D1-62D2-0F725887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roup 310">
            <a:extLst>
              <a:ext uri="{FF2B5EF4-FFF2-40B4-BE49-F238E27FC236}">
                <a16:creationId xmlns:a16="http://schemas.microsoft.com/office/drawing/2014/main" id="{C424FDAB-E0BC-6DF4-E86B-6163DB684E1A}"/>
              </a:ext>
            </a:extLst>
          </p:cNvPr>
          <p:cNvGrpSpPr/>
          <p:nvPr/>
        </p:nvGrpSpPr>
        <p:grpSpPr>
          <a:xfrm>
            <a:off x="1368297" y="2204542"/>
            <a:ext cx="9589177" cy="2737072"/>
            <a:chOff x="4037584" y="2114773"/>
            <a:chExt cx="7232130" cy="206429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F910A8F-126B-D892-6703-450EBA32A0D2}"/>
                </a:ext>
              </a:extLst>
            </p:cNvPr>
            <p:cNvSpPr/>
            <p:nvPr/>
          </p:nvSpPr>
          <p:spPr>
            <a:xfrm>
              <a:off x="4913884" y="2120854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231A95-533C-626A-83C3-E3BB5B8D08AB}"/>
                </a:ext>
              </a:extLst>
            </p:cNvPr>
            <p:cNvSpPr/>
            <p:nvPr/>
          </p:nvSpPr>
          <p:spPr>
            <a:xfrm>
              <a:off x="4913884" y="24236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F1862E4-A905-3B13-2E8E-8707C69A20D2}"/>
                </a:ext>
              </a:extLst>
            </p:cNvPr>
            <p:cNvSpPr/>
            <p:nvPr/>
          </p:nvSpPr>
          <p:spPr>
            <a:xfrm>
              <a:off x="4913884" y="2726400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E46DED-E819-A76E-773D-CACF1740B91F}"/>
                </a:ext>
              </a:extLst>
            </p:cNvPr>
            <p:cNvSpPr/>
            <p:nvPr/>
          </p:nvSpPr>
          <p:spPr>
            <a:xfrm>
              <a:off x="4913884" y="30332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F69002-B93C-FFB4-6AFB-023378A73A69}"/>
                </a:ext>
              </a:extLst>
            </p:cNvPr>
            <p:cNvSpPr/>
            <p:nvPr/>
          </p:nvSpPr>
          <p:spPr>
            <a:xfrm>
              <a:off x="4913886" y="33380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D7110FE-4ED8-62E4-1F83-6D8F56E053CC}"/>
                </a:ext>
              </a:extLst>
            </p:cNvPr>
            <p:cNvSpPr/>
            <p:nvPr/>
          </p:nvSpPr>
          <p:spPr>
            <a:xfrm>
              <a:off x="4913884" y="36428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B0DB2F7-2FB6-A2EF-7C23-C2DD7C5FED5E}"/>
                </a:ext>
              </a:extLst>
            </p:cNvPr>
            <p:cNvSpPr/>
            <p:nvPr/>
          </p:nvSpPr>
          <p:spPr>
            <a:xfrm>
              <a:off x="4913884" y="39476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85DDD7-15E1-17FA-B84D-B13FEEAF3655}"/>
                </a:ext>
              </a:extLst>
            </p:cNvPr>
            <p:cNvSpPr/>
            <p:nvPr/>
          </p:nvSpPr>
          <p:spPr>
            <a:xfrm>
              <a:off x="5790184" y="24236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6A71470-BDC9-E854-DB3D-E75F7FA97D66}"/>
                </a:ext>
              </a:extLst>
            </p:cNvPr>
            <p:cNvSpPr/>
            <p:nvPr/>
          </p:nvSpPr>
          <p:spPr>
            <a:xfrm>
              <a:off x="5790184" y="2726400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EE21A58-A898-D327-5709-C30035CACF76}"/>
                </a:ext>
              </a:extLst>
            </p:cNvPr>
            <p:cNvSpPr/>
            <p:nvPr/>
          </p:nvSpPr>
          <p:spPr>
            <a:xfrm>
              <a:off x="5790184" y="3029173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20DA43-31ED-FCA1-B413-05B4A8DE5B3B}"/>
                </a:ext>
              </a:extLst>
            </p:cNvPr>
            <p:cNvSpPr/>
            <p:nvPr/>
          </p:nvSpPr>
          <p:spPr>
            <a:xfrm>
              <a:off x="5790184" y="33380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3652168-A698-3E61-2974-34AE131E70B6}"/>
                </a:ext>
              </a:extLst>
            </p:cNvPr>
            <p:cNvSpPr/>
            <p:nvPr/>
          </p:nvSpPr>
          <p:spPr>
            <a:xfrm>
              <a:off x="5790184" y="36428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4280E33-E693-A75D-A7A8-0D8691A6B5F3}"/>
                </a:ext>
              </a:extLst>
            </p:cNvPr>
            <p:cNvCxnSpPr>
              <a:stCxn id="3" idx="6"/>
              <a:endCxn id="11" idx="2"/>
            </p:cNvCxnSpPr>
            <p:nvPr/>
          </p:nvCxnSpPr>
          <p:spPr>
            <a:xfrm>
              <a:off x="5142484" y="2235560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F9AC741-5203-F226-3B53-69C959A1AB1B}"/>
                </a:ext>
              </a:extLst>
            </p:cNvPr>
            <p:cNvCxnSpPr>
              <a:cxnSpLocks/>
              <a:stCxn id="3" idx="6"/>
              <a:endCxn id="12" idx="2"/>
            </p:cNvCxnSpPr>
            <p:nvPr/>
          </p:nvCxnSpPr>
          <p:spPr>
            <a:xfrm>
              <a:off x="5142484" y="2235560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74EF7F7-3BC2-8C44-A636-037DBAFDDF68}"/>
                </a:ext>
              </a:extLst>
            </p:cNvPr>
            <p:cNvCxnSpPr>
              <a:cxnSpLocks/>
              <a:stCxn id="3" idx="6"/>
              <a:endCxn id="13" idx="2"/>
            </p:cNvCxnSpPr>
            <p:nvPr/>
          </p:nvCxnSpPr>
          <p:spPr>
            <a:xfrm>
              <a:off x="5142484" y="2235560"/>
              <a:ext cx="647700" cy="90831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249AD6-ADDA-77E8-564F-4DAC10C1D2B8}"/>
                </a:ext>
              </a:extLst>
            </p:cNvPr>
            <p:cNvCxnSpPr>
              <a:cxnSpLocks/>
              <a:stCxn id="3" idx="6"/>
              <a:endCxn id="14" idx="2"/>
            </p:cNvCxnSpPr>
            <p:nvPr/>
          </p:nvCxnSpPr>
          <p:spPr>
            <a:xfrm>
              <a:off x="5142484" y="2235560"/>
              <a:ext cx="647700" cy="12171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AF01207-6929-93EC-E93C-29FE010A7598}"/>
                </a:ext>
              </a:extLst>
            </p:cNvPr>
            <p:cNvCxnSpPr>
              <a:cxnSpLocks/>
              <a:stCxn id="3" idx="6"/>
              <a:endCxn id="15" idx="2"/>
            </p:cNvCxnSpPr>
            <p:nvPr/>
          </p:nvCxnSpPr>
          <p:spPr>
            <a:xfrm>
              <a:off x="5142484" y="2235560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DBC2FAE-71BA-D398-FC9D-ACE9F033B1CF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5142484" y="2538333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125DA83-C122-8F75-149C-867B35BC3E10}"/>
                </a:ext>
              </a:extLst>
            </p:cNvPr>
            <p:cNvCxnSpPr>
              <a:cxnSpLocks/>
              <a:stCxn id="5" idx="6"/>
              <a:endCxn id="13" idx="2"/>
            </p:cNvCxnSpPr>
            <p:nvPr/>
          </p:nvCxnSpPr>
          <p:spPr>
            <a:xfrm>
              <a:off x="5142484" y="2538333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643609-F793-A0BC-2BC0-11B61F09912F}"/>
                </a:ext>
              </a:extLst>
            </p:cNvPr>
            <p:cNvCxnSpPr>
              <a:cxnSpLocks/>
              <a:stCxn id="5" idx="6"/>
              <a:endCxn id="14" idx="2"/>
            </p:cNvCxnSpPr>
            <p:nvPr/>
          </p:nvCxnSpPr>
          <p:spPr>
            <a:xfrm>
              <a:off x="5142484" y="2538333"/>
              <a:ext cx="647700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7134AE9-166C-A6C8-CDDE-F6565E47CB7C}"/>
                </a:ext>
              </a:extLst>
            </p:cNvPr>
            <p:cNvCxnSpPr>
              <a:cxnSpLocks/>
              <a:stCxn id="5" idx="6"/>
              <a:endCxn id="15" idx="2"/>
            </p:cNvCxnSpPr>
            <p:nvPr/>
          </p:nvCxnSpPr>
          <p:spPr>
            <a:xfrm>
              <a:off x="5142484" y="2538333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6A03794-3594-052F-3AC2-8C0BE2074F60}"/>
                </a:ext>
              </a:extLst>
            </p:cNvPr>
            <p:cNvCxnSpPr>
              <a:cxnSpLocks/>
              <a:stCxn id="5" idx="6"/>
              <a:endCxn id="11" idx="2"/>
            </p:cNvCxnSpPr>
            <p:nvPr/>
          </p:nvCxnSpPr>
          <p:spPr>
            <a:xfrm>
              <a:off x="5142484" y="2538333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5AE802-2312-E69C-632A-DD7FFC911327}"/>
                </a:ext>
              </a:extLst>
            </p:cNvPr>
            <p:cNvCxnSpPr>
              <a:cxnSpLocks/>
              <a:stCxn id="6" idx="6"/>
              <a:endCxn id="11" idx="2"/>
            </p:cNvCxnSpPr>
            <p:nvPr/>
          </p:nvCxnSpPr>
          <p:spPr>
            <a:xfrm flipV="1">
              <a:off x="5142484" y="2538333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476BD44-F5D0-171D-D4C2-4258320296AB}"/>
                </a:ext>
              </a:extLst>
            </p:cNvPr>
            <p:cNvCxnSpPr>
              <a:cxnSpLocks/>
              <a:stCxn id="6" idx="6"/>
              <a:endCxn id="12" idx="2"/>
            </p:cNvCxnSpPr>
            <p:nvPr/>
          </p:nvCxnSpPr>
          <p:spPr>
            <a:xfrm>
              <a:off x="5142484" y="2841106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F5DFCB6-0FA4-4FAD-AB45-59672C40CE6C}"/>
                </a:ext>
              </a:extLst>
            </p:cNvPr>
            <p:cNvCxnSpPr>
              <a:cxnSpLocks/>
              <a:stCxn id="6" idx="6"/>
              <a:endCxn id="13" idx="2"/>
            </p:cNvCxnSpPr>
            <p:nvPr/>
          </p:nvCxnSpPr>
          <p:spPr>
            <a:xfrm>
              <a:off x="5142484" y="2841106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E18BD81-6C45-A16F-CBAF-9C8822D9357D}"/>
                </a:ext>
              </a:extLst>
            </p:cNvPr>
            <p:cNvCxnSpPr>
              <a:cxnSpLocks/>
              <a:stCxn id="6" idx="6"/>
              <a:endCxn id="14" idx="2"/>
            </p:cNvCxnSpPr>
            <p:nvPr/>
          </p:nvCxnSpPr>
          <p:spPr>
            <a:xfrm>
              <a:off x="5142484" y="2841106"/>
              <a:ext cx="647700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D4E6887-EB95-9D99-4CD3-CF8BBA1DB579}"/>
                </a:ext>
              </a:extLst>
            </p:cNvPr>
            <p:cNvCxnSpPr>
              <a:cxnSpLocks/>
              <a:stCxn id="6" idx="6"/>
              <a:endCxn id="15" idx="2"/>
            </p:cNvCxnSpPr>
            <p:nvPr/>
          </p:nvCxnSpPr>
          <p:spPr>
            <a:xfrm>
              <a:off x="5142484" y="2841106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5E36E1-2A0B-59F0-6E18-79D142E8A33E}"/>
                </a:ext>
              </a:extLst>
            </p:cNvPr>
            <p:cNvCxnSpPr>
              <a:cxnSpLocks/>
              <a:stCxn id="7" idx="6"/>
              <a:endCxn id="11" idx="2"/>
            </p:cNvCxnSpPr>
            <p:nvPr/>
          </p:nvCxnSpPr>
          <p:spPr>
            <a:xfrm flipV="1">
              <a:off x="5142484" y="2538333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D506A89-8EED-D9BF-1F09-71B37E8F223C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V="1">
              <a:off x="5142484" y="2841106"/>
              <a:ext cx="647700" cy="3068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B37DA85-8955-0AE3-7E34-65A6EBFB9230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5142484" y="3143879"/>
              <a:ext cx="647700" cy="40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0C2D456-9DD9-8749-C603-ECAC1E21B293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>
              <a:off x="5142484" y="3147933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D209AED-85DF-3384-FBCE-11F63D84EDFD}"/>
                </a:ext>
              </a:extLst>
            </p:cNvPr>
            <p:cNvCxnSpPr>
              <a:cxnSpLocks/>
              <a:stCxn id="7" idx="6"/>
              <a:endCxn id="15" idx="2"/>
            </p:cNvCxnSpPr>
            <p:nvPr/>
          </p:nvCxnSpPr>
          <p:spPr>
            <a:xfrm>
              <a:off x="5142484" y="3147933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7B4CD84-6D3E-6325-6976-844CC7130C3E}"/>
                </a:ext>
              </a:extLst>
            </p:cNvPr>
            <p:cNvCxnSpPr>
              <a:cxnSpLocks/>
              <a:stCxn id="8" idx="6"/>
              <a:endCxn id="11" idx="2"/>
            </p:cNvCxnSpPr>
            <p:nvPr/>
          </p:nvCxnSpPr>
          <p:spPr>
            <a:xfrm flipV="1">
              <a:off x="5142486" y="2538333"/>
              <a:ext cx="647698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4194EC2-4F49-C267-0CAF-A9241E7DE496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 flipV="1">
              <a:off x="5142486" y="2841106"/>
              <a:ext cx="647698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FBCB44-81F4-4940-43E4-170A7FA60E6C}"/>
                </a:ext>
              </a:extLst>
            </p:cNvPr>
            <p:cNvCxnSpPr>
              <a:cxnSpLocks/>
              <a:stCxn id="8" idx="6"/>
              <a:endCxn id="13" idx="2"/>
            </p:cNvCxnSpPr>
            <p:nvPr/>
          </p:nvCxnSpPr>
          <p:spPr>
            <a:xfrm flipV="1">
              <a:off x="5142486" y="3143879"/>
              <a:ext cx="647698" cy="308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92BFE5-18E3-D7E0-7B72-42B02D93CD2D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>
              <a:off x="5142486" y="3452733"/>
              <a:ext cx="647698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50D81CF-EC49-28B9-A983-7ED65B1FE926}"/>
                </a:ext>
              </a:extLst>
            </p:cNvPr>
            <p:cNvCxnSpPr>
              <a:cxnSpLocks/>
              <a:stCxn id="8" idx="6"/>
              <a:endCxn id="15" idx="2"/>
            </p:cNvCxnSpPr>
            <p:nvPr/>
          </p:nvCxnSpPr>
          <p:spPr>
            <a:xfrm>
              <a:off x="5142486" y="3452733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9D489A3-9B2C-CD34-4B27-EA124A210080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 flipV="1">
              <a:off x="5142484" y="2538333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7CF0DDE-94DC-D164-DFE6-10DE36545089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 flipV="1">
              <a:off x="5142484" y="2841106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C332D6C-BBBD-C1C4-1B64-9C0AD98B212D}"/>
                </a:ext>
              </a:extLst>
            </p:cNvPr>
            <p:cNvCxnSpPr>
              <a:cxnSpLocks/>
              <a:stCxn id="9" idx="6"/>
              <a:endCxn id="13" idx="2"/>
            </p:cNvCxnSpPr>
            <p:nvPr/>
          </p:nvCxnSpPr>
          <p:spPr>
            <a:xfrm flipV="1">
              <a:off x="5142484" y="3143879"/>
              <a:ext cx="647700" cy="6136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FFEC62C-FBBE-6410-5F06-604F147D129D}"/>
                </a:ext>
              </a:extLst>
            </p:cNvPr>
            <p:cNvCxnSpPr>
              <a:cxnSpLocks/>
              <a:stCxn id="9" idx="6"/>
              <a:endCxn id="14" idx="2"/>
            </p:cNvCxnSpPr>
            <p:nvPr/>
          </p:nvCxnSpPr>
          <p:spPr>
            <a:xfrm flipV="1">
              <a:off x="5142484" y="3452733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2D5D0D4-4873-893E-C4F5-6ED7BEB79C46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>
              <a:off x="5142484" y="3757533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26B56FA-FB2E-38BA-3E15-97E9AED8CEA1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 flipV="1">
              <a:off x="5142484" y="2538333"/>
              <a:ext cx="647700" cy="15240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3B6D7F7-61BC-B3E4-53DB-96FA132FC89F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 flipV="1">
              <a:off x="5142484" y="2841106"/>
              <a:ext cx="647700" cy="12212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078C6BA-2D34-AADC-2173-6CC3B22C41D3}"/>
                </a:ext>
              </a:extLst>
            </p:cNvPr>
            <p:cNvCxnSpPr>
              <a:cxnSpLocks/>
              <a:stCxn id="10" idx="6"/>
              <a:endCxn id="13" idx="2"/>
            </p:cNvCxnSpPr>
            <p:nvPr/>
          </p:nvCxnSpPr>
          <p:spPr>
            <a:xfrm flipV="1">
              <a:off x="5142484" y="3143879"/>
              <a:ext cx="647700" cy="9184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EF9EA43-CE90-C979-9E6B-5A2CBB645F55}"/>
                </a:ext>
              </a:extLst>
            </p:cNvPr>
            <p:cNvCxnSpPr>
              <a:cxnSpLocks/>
              <a:stCxn id="10" idx="6"/>
              <a:endCxn id="14" idx="2"/>
            </p:cNvCxnSpPr>
            <p:nvPr/>
          </p:nvCxnSpPr>
          <p:spPr>
            <a:xfrm flipV="1">
              <a:off x="5142484" y="3452733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3B0F5A9-E691-4067-E93C-13B2B76A698B}"/>
                </a:ext>
              </a:extLst>
            </p:cNvPr>
            <p:cNvCxnSpPr>
              <a:cxnSpLocks/>
              <a:stCxn id="10" idx="6"/>
              <a:endCxn id="15" idx="2"/>
            </p:cNvCxnSpPr>
            <p:nvPr/>
          </p:nvCxnSpPr>
          <p:spPr>
            <a:xfrm flipV="1">
              <a:off x="5142484" y="3757533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4671408-6F50-E645-55B7-50FB6B4506C1}"/>
                </a:ext>
              </a:extLst>
            </p:cNvPr>
            <p:cNvSpPr/>
            <p:nvPr/>
          </p:nvSpPr>
          <p:spPr>
            <a:xfrm>
              <a:off x="11041114" y="2724372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53C4A1A-B87B-F9AA-0F6F-CC84AF16D478}"/>
                </a:ext>
              </a:extLst>
            </p:cNvPr>
            <p:cNvSpPr/>
            <p:nvPr/>
          </p:nvSpPr>
          <p:spPr>
            <a:xfrm>
              <a:off x="11041114" y="3027145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275B17C-B3BA-8424-AF32-2FA0BA1E6FE0}"/>
                </a:ext>
              </a:extLst>
            </p:cNvPr>
            <p:cNvSpPr/>
            <p:nvPr/>
          </p:nvSpPr>
          <p:spPr>
            <a:xfrm>
              <a:off x="11041114" y="333599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51748C9-AFEB-89B6-5811-F41498E0DF54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>
              <a:off x="10393414" y="2536710"/>
              <a:ext cx="647700" cy="302368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C936482-29C8-C60C-E1AE-562ACAFA35FE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>
              <a:off x="10393414" y="2536710"/>
              <a:ext cx="647700" cy="605141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187EEE6-8432-43D3-76B1-2B3E2163FB68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0393414" y="2536710"/>
              <a:ext cx="647700" cy="913995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9EF923-11FF-9D69-58F8-364852EB7624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10393414" y="2839078"/>
              <a:ext cx="647700" cy="405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F2614C2-96FA-90EC-3BC0-7BF5AEB99ABF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>
              <a:off x="10393414" y="2839483"/>
              <a:ext cx="647700" cy="302368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185CFA7-1B10-F8AB-F3E5-7E6FBC14712E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0393414" y="2839483"/>
              <a:ext cx="647700" cy="611222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16D3547-9B78-FBB8-C9F6-48831004F0CE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10393414" y="2839078"/>
              <a:ext cx="647700" cy="30723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55470A1-A558-37A8-2747-CF4232189189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10393414" y="3141851"/>
              <a:ext cx="647700" cy="445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D3C8161-752D-4E3C-FF75-3F965F32DAA5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>
              <a:off x="10393414" y="3146310"/>
              <a:ext cx="647700" cy="304395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7DE3971-8D87-CBEF-1F36-48B4A9BA945C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10393416" y="2839078"/>
              <a:ext cx="647698" cy="61203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D1F7C56-A9F6-3403-3BE6-D37D0D7260B2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10393416" y="3141851"/>
              <a:ext cx="647698" cy="30925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A210D14-7E16-EB1D-15B9-BC9DC814237C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10393416" y="3450705"/>
              <a:ext cx="647698" cy="405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A3E2436-1A14-F0E8-23D7-E089D9984B65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10393414" y="2839078"/>
              <a:ext cx="647700" cy="91683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7B8B7D2-2FD5-0418-BD44-1EBCBDF8EAA9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flipV="1">
              <a:off x="10393414" y="3141851"/>
              <a:ext cx="647700" cy="61405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EEFAE92-3101-07D5-6D3E-F2E98D43D60A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10393414" y="3450705"/>
              <a:ext cx="647700" cy="305205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CE96CF7-0D01-7142-2904-0FF3352BDA1C}"/>
                </a:ext>
              </a:extLst>
            </p:cNvPr>
            <p:cNvSpPr/>
            <p:nvPr/>
          </p:nvSpPr>
          <p:spPr>
            <a:xfrm flipV="1">
              <a:off x="4037584" y="24236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633F7C1-CEC5-8B53-81A4-E456FF5F4716}"/>
                </a:ext>
              </a:extLst>
            </p:cNvPr>
            <p:cNvSpPr/>
            <p:nvPr/>
          </p:nvSpPr>
          <p:spPr>
            <a:xfrm flipV="1">
              <a:off x="4037584" y="2726400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F9979E0-9840-B091-7CA8-2E74D9CEAB16}"/>
                </a:ext>
              </a:extLst>
            </p:cNvPr>
            <p:cNvSpPr/>
            <p:nvPr/>
          </p:nvSpPr>
          <p:spPr>
            <a:xfrm flipV="1">
              <a:off x="4037584" y="30332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2B8886E-D3B6-2149-88DD-0C0F069EF0D1}"/>
                </a:ext>
              </a:extLst>
            </p:cNvPr>
            <p:cNvSpPr/>
            <p:nvPr/>
          </p:nvSpPr>
          <p:spPr>
            <a:xfrm flipV="1">
              <a:off x="4037586" y="33380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F6AE3B9-19C9-3FB4-4C47-A79FB8B0C609}"/>
                </a:ext>
              </a:extLst>
            </p:cNvPr>
            <p:cNvSpPr/>
            <p:nvPr/>
          </p:nvSpPr>
          <p:spPr>
            <a:xfrm flipV="1">
              <a:off x="4037584" y="364282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EFE81D5-F575-B183-492A-486D0AA1E1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235559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DCBDB20-ED22-6AE1-413F-2FC4B51A7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235559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D008C87-667C-997C-F023-E3E007383A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235559"/>
              <a:ext cx="647700" cy="90831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E0D0EE0-3BB7-10A4-134C-233FE13848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235559"/>
              <a:ext cx="647700" cy="12171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5A2E391-3C6A-13B1-8193-3636EC5568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235559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EB105CF-B84F-5740-7E94-66C709121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538332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65E8BA6-E065-05E2-9B4E-891CE0D920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538332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D9E927A-FAAD-696B-8CD6-F94C93305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538332"/>
              <a:ext cx="647700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6573E78-6B2F-4F3A-00CE-77A0D11ED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538332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0F89253-CBAB-2A40-7B5A-F0034501C4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538332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9A66132-6567-B780-F544-B8DA30B8E9E7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2538332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4CA9CA9-EEE8-8CFD-ED9E-190A970705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841105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8B77585-3161-BF9A-E20F-971FED29A2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841105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4439D8E-4177-8EF9-2B09-146283868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841105"/>
              <a:ext cx="647700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813D45C-ADBE-1E17-C5FE-B77B1CF160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2841105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0A31587-6DC5-1806-984F-0247C8DDC119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2538332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19461BC-65AF-42C0-BE1F-6660A6147FAF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2841105"/>
              <a:ext cx="647700" cy="3068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480C04D-4989-4B31-5DD1-FCE752BBAFAC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3143878"/>
              <a:ext cx="647700" cy="40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6DA6A32-8222-F648-6BCF-F5EDE1465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3147932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F0EF0A1-2914-E98A-948D-9E6CF734FE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3147932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0EB9BB7-448D-95DA-9791-53CB6EF431DC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6" y="2538332"/>
              <a:ext cx="647698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12B7CC7-B76F-AB72-3F28-69757A432548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6" y="2841105"/>
              <a:ext cx="647698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9593E47-F8C0-B851-6E86-7039A7CE778D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6" y="3143878"/>
              <a:ext cx="647698" cy="308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4258333-BEFE-D64F-C85E-289F9D6763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6" y="3452732"/>
              <a:ext cx="647698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03097E0-3380-D47C-4BBD-D577EAC845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6" y="3452732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1E3001E-0CCD-6937-0B93-69F55000063B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2538332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9A67D0F-F81F-7145-B90F-06C93D815F18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2841105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F974738-A3A9-0E1E-117B-8E43ED17831F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3143878"/>
              <a:ext cx="647700" cy="6136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B6A91AA-9A46-C517-2831-296E78BF0712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3452732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FE5B20B-2181-161A-B8DF-70B1EEE0ED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6184" y="3757532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40730FC-D396-3A32-1C02-7F9F1A5E1804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2538332"/>
              <a:ext cx="647700" cy="15240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31140B0-C987-5A50-6DE6-D7BFF70662C0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2841105"/>
              <a:ext cx="647700" cy="12212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8BDADDA-52C3-D986-2E70-EFE8403A1797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3143878"/>
              <a:ext cx="647700" cy="9184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74A712B-9976-9764-F276-E7E1723DC747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3452732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0899213-B593-ABFB-7F67-F4AA350BF566}"/>
                </a:ext>
              </a:extLst>
            </p:cNvPr>
            <p:cNvCxnSpPr>
              <a:cxnSpLocks/>
            </p:cNvCxnSpPr>
            <p:nvPr/>
          </p:nvCxnSpPr>
          <p:spPr>
            <a:xfrm>
              <a:off x="4266184" y="3757532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8F54A8A-0CD1-7C7C-1983-8DB83445F76D}"/>
                </a:ext>
              </a:extLst>
            </p:cNvPr>
            <p:cNvSpPr/>
            <p:nvPr/>
          </p:nvSpPr>
          <p:spPr>
            <a:xfrm>
              <a:off x="7552206" y="242159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AA38AA0-8C8A-4839-5CF1-E482EABE02FC}"/>
                </a:ext>
              </a:extLst>
            </p:cNvPr>
            <p:cNvSpPr/>
            <p:nvPr/>
          </p:nvSpPr>
          <p:spPr>
            <a:xfrm>
              <a:off x="7552206" y="2724372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4DFD4FF-4889-2747-0ADE-E0B78E916059}"/>
                </a:ext>
              </a:extLst>
            </p:cNvPr>
            <p:cNvSpPr/>
            <p:nvPr/>
          </p:nvSpPr>
          <p:spPr>
            <a:xfrm>
              <a:off x="7552206" y="3027145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59073EBA-C0E9-87C9-36C7-626EFBDAC781}"/>
                </a:ext>
              </a:extLst>
            </p:cNvPr>
            <p:cNvSpPr/>
            <p:nvPr/>
          </p:nvSpPr>
          <p:spPr>
            <a:xfrm>
              <a:off x="7552206" y="333599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4FF1CFCE-7B41-714A-5434-758A5BCA0618}"/>
                </a:ext>
              </a:extLst>
            </p:cNvPr>
            <p:cNvSpPr/>
            <p:nvPr/>
          </p:nvSpPr>
          <p:spPr>
            <a:xfrm>
              <a:off x="7552206" y="364079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4FF5940-C473-B6FD-68A9-C31B3369542C}"/>
                </a:ext>
              </a:extLst>
            </p:cNvPr>
            <p:cNvCxnSpPr>
              <a:endCxn id="109" idx="2"/>
            </p:cNvCxnSpPr>
            <p:nvPr/>
          </p:nvCxnSpPr>
          <p:spPr>
            <a:xfrm>
              <a:off x="6904506" y="2233532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688B040-A39B-41A6-799B-B531C47CB5B1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>
              <a:off x="6904506" y="2233532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F99539F-A4C4-4834-39DA-3A7508FA1276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>
              <a:off x="6904506" y="2233532"/>
              <a:ext cx="647700" cy="90831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196B500-262A-DA7A-B8ED-AEBB9EF8249B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6904506" y="2233532"/>
              <a:ext cx="647700" cy="12171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922E8A2-1782-43C0-17DD-B46E2E8BC717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>
              <a:off x="6904506" y="2233532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32294C61-4225-1110-11C9-89DB89FEAF4E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>
              <a:off x="6904506" y="2536305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BA6751E-574A-AC04-31E3-3F3ABDA8A0DD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>
              <a:off x="6904506" y="2536305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A2B2A29-5EB7-8CB8-993A-CB085D9FCF88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6904506" y="2536305"/>
              <a:ext cx="647700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883CC09-EC67-811D-F293-38492827BFE3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>
              <a:off x="6904506" y="2536305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91AED7E-A8E2-7900-5F45-A189E68130AD}"/>
                </a:ext>
              </a:extLst>
            </p:cNvPr>
            <p:cNvCxnSpPr>
              <a:cxnSpLocks/>
              <a:endCxn id="109" idx="2"/>
            </p:cNvCxnSpPr>
            <p:nvPr/>
          </p:nvCxnSpPr>
          <p:spPr>
            <a:xfrm>
              <a:off x="6904506" y="2536305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E25BDDA-CFF8-1917-3F21-64A2D288B1A9}"/>
                </a:ext>
              </a:extLst>
            </p:cNvPr>
            <p:cNvCxnSpPr>
              <a:cxnSpLocks/>
              <a:endCxn id="109" idx="2"/>
            </p:cNvCxnSpPr>
            <p:nvPr/>
          </p:nvCxnSpPr>
          <p:spPr>
            <a:xfrm flipV="1">
              <a:off x="6904506" y="2536305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8634B74-8553-D699-2D25-12DFFF48B8A4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>
              <a:off x="6904506" y="2839078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53F72FDE-494F-884C-A6F0-8057B92DD56F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>
              <a:off x="6904506" y="2839078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8D87ABA-3C27-ECA4-A989-3657CF9F88CB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6904506" y="2839078"/>
              <a:ext cx="647700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66B302F-9D79-ECB7-7DF0-0382B4A26BE7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>
              <a:off x="6904506" y="2839078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3BC1941-1F13-9C5D-CAE0-2EEF9EC26A8D}"/>
                </a:ext>
              </a:extLst>
            </p:cNvPr>
            <p:cNvCxnSpPr>
              <a:cxnSpLocks/>
              <a:endCxn id="109" idx="2"/>
            </p:cNvCxnSpPr>
            <p:nvPr/>
          </p:nvCxnSpPr>
          <p:spPr>
            <a:xfrm flipV="1">
              <a:off x="6904506" y="2536305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88E7D4A-2F18-455B-AC5B-6D893069D9AB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 flipV="1">
              <a:off x="6904506" y="2839078"/>
              <a:ext cx="647700" cy="3068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14942A6-8AAD-0EFA-CB90-32AB5B65667C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 flipV="1">
              <a:off x="6904506" y="3141851"/>
              <a:ext cx="647700" cy="40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CD97445-4DBC-ABFB-4EDF-FC68E0987394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6904506" y="3145905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BB4E6A8-5369-AAC8-239D-A65DB35AA82C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>
              <a:off x="6904506" y="3145905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A227A3B-7462-7CE1-34FA-1725575540D7}"/>
                </a:ext>
              </a:extLst>
            </p:cNvPr>
            <p:cNvCxnSpPr>
              <a:cxnSpLocks/>
              <a:endCxn id="109" idx="2"/>
            </p:cNvCxnSpPr>
            <p:nvPr/>
          </p:nvCxnSpPr>
          <p:spPr>
            <a:xfrm flipV="1">
              <a:off x="6904508" y="2536305"/>
              <a:ext cx="647698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BE94288-8CB3-3806-CEF3-BFAE4E326F43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 flipV="1">
              <a:off x="6904508" y="2839078"/>
              <a:ext cx="647698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4042B93-38E9-A60D-7A7A-223E719DC09D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 flipV="1">
              <a:off x="6904508" y="3141851"/>
              <a:ext cx="647698" cy="308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8EBC2B4-C09E-E165-32B2-8D12DE56DEF5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6904508" y="3450705"/>
              <a:ext cx="647698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FFC1D6D-000D-7288-C138-FC2037C3E06B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>
              <a:off x="6904508" y="3450705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F326E10-44ED-99AE-0303-A000106EB399}"/>
                </a:ext>
              </a:extLst>
            </p:cNvPr>
            <p:cNvCxnSpPr>
              <a:cxnSpLocks/>
              <a:endCxn id="109" idx="2"/>
            </p:cNvCxnSpPr>
            <p:nvPr/>
          </p:nvCxnSpPr>
          <p:spPr>
            <a:xfrm flipV="1">
              <a:off x="6904506" y="2536305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E4A31D5-2DF5-7E7A-917E-7ABBDC2B57A0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 flipV="1">
              <a:off x="6904506" y="2839078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6A35FAF-9480-5664-08EB-EC76192A95B4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 flipV="1">
              <a:off x="6904506" y="3141851"/>
              <a:ext cx="647700" cy="6136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7655796-4444-507C-42AF-37C631437739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 flipV="1">
              <a:off x="6904506" y="3450705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E4F51B5-63C4-3F37-D039-86D207138A9E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>
              <a:off x="6904506" y="3755505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A50BF8A8-3476-3683-9A76-773BC3F503D7}"/>
                </a:ext>
              </a:extLst>
            </p:cNvPr>
            <p:cNvCxnSpPr>
              <a:cxnSpLocks/>
              <a:endCxn id="109" idx="2"/>
            </p:cNvCxnSpPr>
            <p:nvPr/>
          </p:nvCxnSpPr>
          <p:spPr>
            <a:xfrm flipV="1">
              <a:off x="6904506" y="2536305"/>
              <a:ext cx="647700" cy="15240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B73CB1D-AF49-8410-B3F7-D470EB9AE496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 flipV="1">
              <a:off x="6904506" y="2839078"/>
              <a:ext cx="647700" cy="12212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773B4C8-4C68-798C-AF4A-225532CA42A3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 flipV="1">
              <a:off x="6904506" y="3141851"/>
              <a:ext cx="647700" cy="9184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A18F7C2-2CF5-E73A-9BAA-B20CCEA3C62C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 flipV="1">
              <a:off x="6904506" y="3450705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2659D119-513E-1BE0-7F19-CD0D19184AE1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 flipV="1">
              <a:off x="6904506" y="3755505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C40F932A-680C-1B05-C4E0-65F75C8F6DA5}"/>
                </a:ext>
              </a:extLst>
            </p:cNvPr>
            <p:cNvSpPr/>
            <p:nvPr/>
          </p:nvSpPr>
          <p:spPr>
            <a:xfrm>
              <a:off x="5784461" y="2114773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7C15952D-AB8A-2CAC-AA3D-19AC5703B2D0}"/>
                </a:ext>
              </a:extLst>
            </p:cNvPr>
            <p:cNvSpPr/>
            <p:nvPr/>
          </p:nvSpPr>
          <p:spPr>
            <a:xfrm>
              <a:off x="5790182" y="3943574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475972A-E04E-1C41-8F9A-A001FB1C61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482" y="2255118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064391E-1D86-03A6-2C33-F5FE1B739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482" y="2255118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5F773B3-7DF9-34A6-1415-10327F68DF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482" y="2255118"/>
              <a:ext cx="647700" cy="90831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2891285-483A-9434-156B-470190776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482" y="2255118"/>
              <a:ext cx="647700" cy="12171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A62C235-8F8B-6493-BD50-22067FA75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482" y="2255118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E6472828-8694-D490-7EBE-D08A8EC51956}"/>
                </a:ext>
              </a:extLst>
            </p:cNvPr>
            <p:cNvCxnSpPr>
              <a:cxnSpLocks/>
            </p:cNvCxnSpPr>
            <p:nvPr/>
          </p:nvCxnSpPr>
          <p:spPr>
            <a:xfrm>
              <a:off x="5142484" y="2235559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24131B0-8857-3449-188F-96274C92B2E6}"/>
                </a:ext>
              </a:extLst>
            </p:cNvPr>
            <p:cNvCxnSpPr>
              <a:cxnSpLocks/>
            </p:cNvCxnSpPr>
            <p:nvPr/>
          </p:nvCxnSpPr>
          <p:spPr>
            <a:xfrm>
              <a:off x="5142484" y="4062332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3AED1BFF-F8CF-E7D6-4589-9D87E5A3D9BA}"/>
                </a:ext>
              </a:extLst>
            </p:cNvPr>
            <p:cNvCxnSpPr>
              <a:cxnSpLocks/>
            </p:cNvCxnSpPr>
            <p:nvPr/>
          </p:nvCxnSpPr>
          <p:spPr>
            <a:xfrm>
              <a:off x="5139104" y="2841105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2F7D081-10E1-1E5B-21BB-1BC55755083F}"/>
                </a:ext>
              </a:extLst>
            </p:cNvPr>
            <p:cNvCxnSpPr>
              <a:cxnSpLocks/>
            </p:cNvCxnSpPr>
            <p:nvPr/>
          </p:nvCxnSpPr>
          <p:spPr>
            <a:xfrm>
              <a:off x="5139104" y="3450705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C9F9E0CB-8C25-CA25-2AFD-49AF56208909}"/>
                </a:ext>
              </a:extLst>
            </p:cNvPr>
            <p:cNvCxnSpPr>
              <a:cxnSpLocks/>
            </p:cNvCxnSpPr>
            <p:nvPr/>
          </p:nvCxnSpPr>
          <p:spPr>
            <a:xfrm>
              <a:off x="5139106" y="3755505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7BC4EEA1-1837-4472-B057-BA643F8AD738}"/>
                </a:ext>
              </a:extLst>
            </p:cNvPr>
            <p:cNvCxnSpPr>
              <a:cxnSpLocks/>
            </p:cNvCxnSpPr>
            <p:nvPr/>
          </p:nvCxnSpPr>
          <p:spPr>
            <a:xfrm>
              <a:off x="5116747" y="2500840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CA334D6-9376-8E37-CF9B-2CE43FCF3E29}"/>
                </a:ext>
              </a:extLst>
            </p:cNvPr>
            <p:cNvCxnSpPr>
              <a:cxnSpLocks/>
              <a:stCxn id="3" idx="6"/>
              <a:endCxn id="150" idx="2"/>
            </p:cNvCxnSpPr>
            <p:nvPr/>
          </p:nvCxnSpPr>
          <p:spPr>
            <a:xfrm>
              <a:off x="5142484" y="2235560"/>
              <a:ext cx="647698" cy="182272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7CFE04A9-0160-7B9D-76B5-B2F0E42CE218}"/>
                </a:ext>
              </a:extLst>
            </p:cNvPr>
            <p:cNvCxnSpPr>
              <a:cxnSpLocks/>
              <a:stCxn id="7" idx="6"/>
              <a:endCxn id="150" idx="2"/>
            </p:cNvCxnSpPr>
            <p:nvPr/>
          </p:nvCxnSpPr>
          <p:spPr>
            <a:xfrm>
              <a:off x="5142484" y="3147933"/>
              <a:ext cx="647698" cy="91034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F30F8E2-B76D-33C2-25F5-9A33AF38D007}"/>
                </a:ext>
              </a:extLst>
            </p:cNvPr>
            <p:cNvCxnSpPr>
              <a:cxnSpLocks/>
              <a:stCxn id="149" idx="2"/>
              <a:endCxn id="10" idx="6"/>
            </p:cNvCxnSpPr>
            <p:nvPr/>
          </p:nvCxnSpPr>
          <p:spPr>
            <a:xfrm flipH="1">
              <a:off x="5142484" y="2229479"/>
              <a:ext cx="641977" cy="1832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0476325-07B0-2313-C8EF-4A2502294863}"/>
                </a:ext>
              </a:extLst>
            </p:cNvPr>
            <p:cNvSpPr/>
            <p:nvPr/>
          </p:nvSpPr>
          <p:spPr>
            <a:xfrm>
              <a:off x="6671195" y="242970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67D601DD-50FA-B174-3F99-F6845573D9BA}"/>
                </a:ext>
              </a:extLst>
            </p:cNvPr>
            <p:cNvSpPr/>
            <p:nvPr/>
          </p:nvSpPr>
          <p:spPr>
            <a:xfrm>
              <a:off x="6671195" y="2732480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0DC0536-79F8-5EAB-B001-F8ADA323F9CC}"/>
                </a:ext>
              </a:extLst>
            </p:cNvPr>
            <p:cNvSpPr/>
            <p:nvPr/>
          </p:nvSpPr>
          <p:spPr>
            <a:xfrm>
              <a:off x="6671195" y="3035253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1F6D8670-AADC-C3FF-51D3-5EF4600E8449}"/>
                </a:ext>
              </a:extLst>
            </p:cNvPr>
            <p:cNvSpPr/>
            <p:nvPr/>
          </p:nvSpPr>
          <p:spPr>
            <a:xfrm>
              <a:off x="6671195" y="334410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97325E6-D61A-9235-F8DF-8DE081BACA91}"/>
                </a:ext>
              </a:extLst>
            </p:cNvPr>
            <p:cNvSpPr/>
            <p:nvPr/>
          </p:nvSpPr>
          <p:spPr>
            <a:xfrm>
              <a:off x="6671195" y="364890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E2D0E952-368C-ABA9-14A2-E5E4D2878897}"/>
                </a:ext>
              </a:extLst>
            </p:cNvPr>
            <p:cNvCxnSpPr>
              <a:endCxn id="165" idx="2"/>
            </p:cNvCxnSpPr>
            <p:nvPr/>
          </p:nvCxnSpPr>
          <p:spPr>
            <a:xfrm>
              <a:off x="6023495" y="2241640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ABC391CB-81A8-5C5A-026F-2FDF25EE0DFF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>
              <a:off x="6023495" y="2241640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48F89DF-7A17-5490-19C8-93D2B0364180}"/>
                </a:ext>
              </a:extLst>
            </p:cNvPr>
            <p:cNvCxnSpPr>
              <a:cxnSpLocks/>
              <a:endCxn id="167" idx="2"/>
            </p:cNvCxnSpPr>
            <p:nvPr/>
          </p:nvCxnSpPr>
          <p:spPr>
            <a:xfrm>
              <a:off x="6023495" y="2241640"/>
              <a:ext cx="647700" cy="90831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944ABEC-A0F9-6C35-5BF0-89899A7DF7BA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>
              <a:off x="6023495" y="2241640"/>
              <a:ext cx="647700" cy="12171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B01F850-1093-5E78-74C0-90F0C43CD9B4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>
              <a:off x="6023495" y="2241640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99411B6-8E5B-47C7-66AA-79E375561CBB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>
              <a:off x="6023495" y="2544413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D17E157-DAE6-6C5C-D7C3-073C9A4ECCE6}"/>
                </a:ext>
              </a:extLst>
            </p:cNvPr>
            <p:cNvCxnSpPr>
              <a:cxnSpLocks/>
              <a:endCxn id="167" idx="2"/>
            </p:cNvCxnSpPr>
            <p:nvPr/>
          </p:nvCxnSpPr>
          <p:spPr>
            <a:xfrm>
              <a:off x="6023495" y="2544413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EEAFEF5-8E70-875E-7492-A4C3DAAFED5A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>
              <a:off x="6023495" y="2544413"/>
              <a:ext cx="647700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4E7CD929-B9A5-6A04-F89E-A5B33795BBD0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>
              <a:off x="6023495" y="2544413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9644EE3-21C5-BAD5-D11B-E0EDF3B2CA01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>
              <a:off x="6023495" y="2544413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DF94AE4D-323C-87DD-6579-AD6499E59602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 flipV="1">
              <a:off x="6023495" y="2544413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FA27B672-179D-7B41-CC8C-5BA065FBC12E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>
              <a:off x="6023495" y="2847186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8976336-5A94-0EC0-E2EB-74B11F82F63A}"/>
                </a:ext>
              </a:extLst>
            </p:cNvPr>
            <p:cNvCxnSpPr>
              <a:cxnSpLocks/>
              <a:endCxn id="167" idx="2"/>
            </p:cNvCxnSpPr>
            <p:nvPr/>
          </p:nvCxnSpPr>
          <p:spPr>
            <a:xfrm>
              <a:off x="6023495" y="2847186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A7E09C18-2C84-67F4-F1C6-D053FBB07197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>
              <a:off x="6023495" y="2847186"/>
              <a:ext cx="647700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B706FD7E-213F-BFF6-BD31-BB0D7D7D5D7C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>
              <a:off x="6023495" y="2847186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D03D9DF-E0D2-6733-F979-F6BCB7FE3EB8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 flipV="1">
              <a:off x="6023495" y="2544413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1DE1608A-5CBE-0A15-DA30-1562E85972C2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6023495" y="2847186"/>
              <a:ext cx="647700" cy="3068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605D09A2-2ED9-7993-71F2-7BEA03284E67}"/>
                </a:ext>
              </a:extLst>
            </p:cNvPr>
            <p:cNvCxnSpPr>
              <a:cxnSpLocks/>
              <a:endCxn id="167" idx="2"/>
            </p:cNvCxnSpPr>
            <p:nvPr/>
          </p:nvCxnSpPr>
          <p:spPr>
            <a:xfrm flipV="1">
              <a:off x="6023495" y="3149959"/>
              <a:ext cx="647700" cy="40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0B8D396-B4F7-4072-DA6E-D667C920E889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>
              <a:off x="6023495" y="3154013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35CF152-4E7A-0497-C3E2-950834717BDC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>
              <a:off x="6023495" y="3154013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802FEF19-CF88-A8EF-773F-7B0DE0402CCA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 flipV="1">
              <a:off x="6023497" y="2544413"/>
              <a:ext cx="647698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449415EB-5A2D-D1F6-04C4-F3F98104BB14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6023497" y="2847186"/>
              <a:ext cx="647698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F8597AD-AAEA-E21B-7059-726D2ABDB0E0}"/>
                </a:ext>
              </a:extLst>
            </p:cNvPr>
            <p:cNvCxnSpPr>
              <a:cxnSpLocks/>
              <a:endCxn id="167" idx="2"/>
            </p:cNvCxnSpPr>
            <p:nvPr/>
          </p:nvCxnSpPr>
          <p:spPr>
            <a:xfrm flipV="1">
              <a:off x="6023497" y="3149959"/>
              <a:ext cx="647698" cy="308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2D2FBEA-E3C5-4991-C9AC-943FCB9B5D5F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>
              <a:off x="6023497" y="3458813"/>
              <a:ext cx="647698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A5CC0E6-371B-73CD-71AB-A68D13A3D4D7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>
              <a:off x="6023497" y="3458813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306064DD-FF86-A5E7-9607-D60B09A03DC3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 flipV="1">
              <a:off x="6023495" y="2544413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50C4405F-6CF3-D377-EC8D-89A42FA724A1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6023495" y="2847186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86104BE-F753-A0AC-508E-08AD2B043359}"/>
                </a:ext>
              </a:extLst>
            </p:cNvPr>
            <p:cNvCxnSpPr>
              <a:cxnSpLocks/>
              <a:endCxn id="167" idx="2"/>
            </p:cNvCxnSpPr>
            <p:nvPr/>
          </p:nvCxnSpPr>
          <p:spPr>
            <a:xfrm flipV="1">
              <a:off x="6023495" y="3149959"/>
              <a:ext cx="647700" cy="6136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6A19A34F-F913-DC56-8058-2EC2070AC8D5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 flipV="1">
              <a:off x="6023495" y="3458813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AA4B3ECD-3D44-B5CB-FB25-837B44312735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>
              <a:off x="6023495" y="3763613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58367192-465C-667E-FA85-B930E946CCD6}"/>
                </a:ext>
              </a:extLst>
            </p:cNvPr>
            <p:cNvCxnSpPr>
              <a:cxnSpLocks/>
              <a:endCxn id="165" idx="2"/>
            </p:cNvCxnSpPr>
            <p:nvPr/>
          </p:nvCxnSpPr>
          <p:spPr>
            <a:xfrm flipV="1">
              <a:off x="6023495" y="2544413"/>
              <a:ext cx="647700" cy="15240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FA4E906E-F25D-ADEE-4EBB-8434ADEE7B7B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6023495" y="2847186"/>
              <a:ext cx="647700" cy="12212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6DE6AC3-5986-BC7F-95FF-5B0D103B02BE}"/>
                </a:ext>
              </a:extLst>
            </p:cNvPr>
            <p:cNvCxnSpPr>
              <a:cxnSpLocks/>
              <a:endCxn id="167" idx="2"/>
            </p:cNvCxnSpPr>
            <p:nvPr/>
          </p:nvCxnSpPr>
          <p:spPr>
            <a:xfrm flipV="1">
              <a:off x="6023495" y="3149959"/>
              <a:ext cx="647700" cy="9184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9867CBF-D2EE-A654-71E3-3E93B9C92E4D}"/>
                </a:ext>
              </a:extLst>
            </p:cNvPr>
            <p:cNvCxnSpPr>
              <a:cxnSpLocks/>
              <a:endCxn id="168" idx="2"/>
            </p:cNvCxnSpPr>
            <p:nvPr/>
          </p:nvCxnSpPr>
          <p:spPr>
            <a:xfrm flipV="1">
              <a:off x="6023495" y="3458813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7CA17642-4E1E-F95A-7840-32C76FBC2000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 flipV="1">
              <a:off x="6023495" y="3763613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2A2E4A7-2B3A-8660-FD8B-659E886036AC}"/>
                </a:ext>
              </a:extLst>
            </p:cNvPr>
            <p:cNvSpPr/>
            <p:nvPr/>
          </p:nvSpPr>
          <p:spPr>
            <a:xfrm>
              <a:off x="6665472" y="2120853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E739865D-ACFB-16D2-F77F-5AE2739DDFC9}"/>
                </a:ext>
              </a:extLst>
            </p:cNvPr>
            <p:cNvSpPr/>
            <p:nvPr/>
          </p:nvSpPr>
          <p:spPr>
            <a:xfrm>
              <a:off x="6671193" y="3949654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6AD0BFAB-7EEE-1A00-7979-DD6A8CDEB9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493" y="2261198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49CC9F00-FC46-020F-AE59-988B8B6299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493" y="2261198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98FA526-6E5D-D87A-DD35-A47F32BFD4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493" y="2261198"/>
              <a:ext cx="647700" cy="908319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77FFD586-F32E-BF03-C62A-40FE19958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493" y="2261198"/>
              <a:ext cx="647700" cy="12171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41E9F9C-F1BC-A1DB-54A1-1C9C7124B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493" y="2261198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9F6DE5B-3593-6DD6-551B-D7D0892C60E0}"/>
                </a:ext>
              </a:extLst>
            </p:cNvPr>
            <p:cNvCxnSpPr>
              <a:cxnSpLocks/>
            </p:cNvCxnSpPr>
            <p:nvPr/>
          </p:nvCxnSpPr>
          <p:spPr>
            <a:xfrm>
              <a:off x="6023495" y="2241639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5A1D4970-94DD-5805-D670-F8AF1BD48670}"/>
                </a:ext>
              </a:extLst>
            </p:cNvPr>
            <p:cNvCxnSpPr>
              <a:cxnSpLocks/>
            </p:cNvCxnSpPr>
            <p:nvPr/>
          </p:nvCxnSpPr>
          <p:spPr>
            <a:xfrm>
              <a:off x="6023495" y="4068412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803270C5-92D0-3969-CD62-319BF4F727B6}"/>
                </a:ext>
              </a:extLst>
            </p:cNvPr>
            <p:cNvCxnSpPr>
              <a:cxnSpLocks/>
            </p:cNvCxnSpPr>
            <p:nvPr/>
          </p:nvCxnSpPr>
          <p:spPr>
            <a:xfrm>
              <a:off x="6020115" y="2847185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D886980E-8B80-6D36-EDE7-3ABA1FBF9C07}"/>
                </a:ext>
              </a:extLst>
            </p:cNvPr>
            <p:cNvCxnSpPr>
              <a:cxnSpLocks/>
            </p:cNvCxnSpPr>
            <p:nvPr/>
          </p:nvCxnSpPr>
          <p:spPr>
            <a:xfrm>
              <a:off x="6020115" y="3456785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03ECEE4E-A473-DDC6-4682-29170351BD4E}"/>
                </a:ext>
              </a:extLst>
            </p:cNvPr>
            <p:cNvCxnSpPr>
              <a:cxnSpLocks/>
            </p:cNvCxnSpPr>
            <p:nvPr/>
          </p:nvCxnSpPr>
          <p:spPr>
            <a:xfrm>
              <a:off x="6020117" y="3761585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8A652CB-8AFA-D2A6-0E26-56BC5302CD26}"/>
                </a:ext>
              </a:extLst>
            </p:cNvPr>
            <p:cNvCxnSpPr>
              <a:cxnSpLocks/>
            </p:cNvCxnSpPr>
            <p:nvPr/>
          </p:nvCxnSpPr>
          <p:spPr>
            <a:xfrm>
              <a:off x="5997758" y="2506920"/>
              <a:ext cx="647700" cy="15219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DA3FE89-1EFE-6FB5-9694-4639A0FBAB51}"/>
                </a:ext>
              </a:extLst>
            </p:cNvPr>
            <p:cNvCxnSpPr>
              <a:cxnSpLocks/>
              <a:endCxn id="206" idx="2"/>
            </p:cNvCxnSpPr>
            <p:nvPr/>
          </p:nvCxnSpPr>
          <p:spPr>
            <a:xfrm>
              <a:off x="6023495" y="2241640"/>
              <a:ext cx="647698" cy="182272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224A8C4F-B8A6-9E68-8467-DBA4429C903C}"/>
                </a:ext>
              </a:extLst>
            </p:cNvPr>
            <p:cNvCxnSpPr>
              <a:cxnSpLocks/>
              <a:endCxn id="206" idx="2"/>
            </p:cNvCxnSpPr>
            <p:nvPr/>
          </p:nvCxnSpPr>
          <p:spPr>
            <a:xfrm>
              <a:off x="6023495" y="3154013"/>
              <a:ext cx="647698" cy="91034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38E809A4-506E-2606-79D5-0A48CD6DECA5}"/>
                </a:ext>
              </a:extLst>
            </p:cNvPr>
            <p:cNvCxnSpPr>
              <a:cxnSpLocks/>
              <a:stCxn id="205" idx="2"/>
            </p:cNvCxnSpPr>
            <p:nvPr/>
          </p:nvCxnSpPr>
          <p:spPr>
            <a:xfrm flipH="1">
              <a:off x="6023495" y="2235559"/>
              <a:ext cx="641977" cy="1832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0CD70723-A02D-4D83-902E-8CB90D0759AD}"/>
                </a:ext>
              </a:extLst>
            </p:cNvPr>
            <p:cNvSpPr/>
            <p:nvPr/>
          </p:nvSpPr>
          <p:spPr>
            <a:xfrm>
              <a:off x="8428504" y="242159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9E3E30C7-5672-132A-4DA5-D0415F19AC34}"/>
                </a:ext>
              </a:extLst>
            </p:cNvPr>
            <p:cNvSpPr/>
            <p:nvPr/>
          </p:nvSpPr>
          <p:spPr>
            <a:xfrm>
              <a:off x="8428504" y="2724372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CD2BF0C3-C814-BF36-28C6-3556853BC1E7}"/>
                </a:ext>
              </a:extLst>
            </p:cNvPr>
            <p:cNvSpPr/>
            <p:nvPr/>
          </p:nvSpPr>
          <p:spPr>
            <a:xfrm>
              <a:off x="8428504" y="3027145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3EF470F5-A409-0AC0-2C82-6ABC1771AE1B}"/>
                </a:ext>
              </a:extLst>
            </p:cNvPr>
            <p:cNvSpPr/>
            <p:nvPr/>
          </p:nvSpPr>
          <p:spPr>
            <a:xfrm>
              <a:off x="8428504" y="333599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E1E58D2D-4B95-F514-9216-5B9A0BD48C47}"/>
                </a:ext>
              </a:extLst>
            </p:cNvPr>
            <p:cNvSpPr/>
            <p:nvPr/>
          </p:nvSpPr>
          <p:spPr>
            <a:xfrm>
              <a:off x="8428504" y="364079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6BDED7F-98C3-8171-424A-8E5B3EFD9DE1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>
              <a:off x="7780804" y="2536305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E1B4241A-FBF0-F474-933B-FABD11CB43DE}"/>
                </a:ext>
              </a:extLst>
            </p:cNvPr>
            <p:cNvCxnSpPr>
              <a:cxnSpLocks/>
              <a:endCxn id="223" idx="2"/>
            </p:cNvCxnSpPr>
            <p:nvPr/>
          </p:nvCxnSpPr>
          <p:spPr>
            <a:xfrm>
              <a:off x="7780804" y="2536305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E274E8AD-5A30-F4A9-016D-8D247E248565}"/>
                </a:ext>
              </a:extLst>
            </p:cNvPr>
            <p:cNvCxnSpPr>
              <a:cxnSpLocks/>
              <a:endCxn id="224" idx="2"/>
            </p:cNvCxnSpPr>
            <p:nvPr/>
          </p:nvCxnSpPr>
          <p:spPr>
            <a:xfrm>
              <a:off x="7780804" y="2536305"/>
              <a:ext cx="647700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5D547DC-995C-3171-2DEC-83F573621A13}"/>
                </a:ext>
              </a:extLst>
            </p:cNvPr>
            <p:cNvCxnSpPr>
              <a:cxnSpLocks/>
              <a:endCxn id="225" idx="2"/>
            </p:cNvCxnSpPr>
            <p:nvPr/>
          </p:nvCxnSpPr>
          <p:spPr>
            <a:xfrm>
              <a:off x="7780804" y="2536305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CD219730-8B60-9657-7135-BD1FD17AAF4F}"/>
                </a:ext>
              </a:extLst>
            </p:cNvPr>
            <p:cNvCxnSpPr>
              <a:cxnSpLocks/>
              <a:endCxn id="221" idx="2"/>
            </p:cNvCxnSpPr>
            <p:nvPr/>
          </p:nvCxnSpPr>
          <p:spPr>
            <a:xfrm>
              <a:off x="7780804" y="2536305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BB663A0-3825-BEEF-B566-698935E66050}"/>
                </a:ext>
              </a:extLst>
            </p:cNvPr>
            <p:cNvCxnSpPr>
              <a:cxnSpLocks/>
              <a:endCxn id="221" idx="2"/>
            </p:cNvCxnSpPr>
            <p:nvPr/>
          </p:nvCxnSpPr>
          <p:spPr>
            <a:xfrm flipV="1">
              <a:off x="7780804" y="2536305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5FBF77C8-BE9F-95D7-CF91-FC769BB4E58E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>
              <a:off x="7780804" y="2839078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2C8190E-4446-F574-CB28-BDF6809206C6}"/>
                </a:ext>
              </a:extLst>
            </p:cNvPr>
            <p:cNvCxnSpPr>
              <a:cxnSpLocks/>
              <a:endCxn id="223" idx="2"/>
            </p:cNvCxnSpPr>
            <p:nvPr/>
          </p:nvCxnSpPr>
          <p:spPr>
            <a:xfrm>
              <a:off x="7780804" y="2839078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D16C97F-FF1E-6BBD-0A32-95DCD6E9CA20}"/>
                </a:ext>
              </a:extLst>
            </p:cNvPr>
            <p:cNvCxnSpPr>
              <a:cxnSpLocks/>
              <a:endCxn id="224" idx="2"/>
            </p:cNvCxnSpPr>
            <p:nvPr/>
          </p:nvCxnSpPr>
          <p:spPr>
            <a:xfrm>
              <a:off x="7780804" y="2839078"/>
              <a:ext cx="647700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85C6A924-ED2C-7F55-41E0-E2F8F1B62AF8}"/>
                </a:ext>
              </a:extLst>
            </p:cNvPr>
            <p:cNvCxnSpPr>
              <a:cxnSpLocks/>
              <a:endCxn id="225" idx="2"/>
            </p:cNvCxnSpPr>
            <p:nvPr/>
          </p:nvCxnSpPr>
          <p:spPr>
            <a:xfrm>
              <a:off x="7780804" y="2839078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FD1C2C84-B05F-C32D-AD0A-467824BD83E2}"/>
                </a:ext>
              </a:extLst>
            </p:cNvPr>
            <p:cNvCxnSpPr>
              <a:cxnSpLocks/>
              <a:endCxn id="221" idx="2"/>
            </p:cNvCxnSpPr>
            <p:nvPr/>
          </p:nvCxnSpPr>
          <p:spPr>
            <a:xfrm flipV="1">
              <a:off x="7780804" y="2536305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04AFA345-3AB7-91B0-7C3A-7BE7F751ACB5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7780804" y="2839078"/>
              <a:ext cx="647700" cy="3068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A7EB736-659A-31FA-6C19-F76E0513DEDB}"/>
                </a:ext>
              </a:extLst>
            </p:cNvPr>
            <p:cNvCxnSpPr>
              <a:cxnSpLocks/>
              <a:endCxn id="223" idx="2"/>
            </p:cNvCxnSpPr>
            <p:nvPr/>
          </p:nvCxnSpPr>
          <p:spPr>
            <a:xfrm flipV="1">
              <a:off x="7780804" y="3141851"/>
              <a:ext cx="647700" cy="40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DCA71A32-D007-FD43-E9D5-9AB39EA7FE64}"/>
                </a:ext>
              </a:extLst>
            </p:cNvPr>
            <p:cNvCxnSpPr>
              <a:cxnSpLocks/>
              <a:endCxn id="224" idx="2"/>
            </p:cNvCxnSpPr>
            <p:nvPr/>
          </p:nvCxnSpPr>
          <p:spPr>
            <a:xfrm>
              <a:off x="7780804" y="3145905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2A919C20-1CC6-894D-F90F-D22D4D95B843}"/>
                </a:ext>
              </a:extLst>
            </p:cNvPr>
            <p:cNvCxnSpPr>
              <a:cxnSpLocks/>
              <a:endCxn id="225" idx="2"/>
            </p:cNvCxnSpPr>
            <p:nvPr/>
          </p:nvCxnSpPr>
          <p:spPr>
            <a:xfrm>
              <a:off x="7780804" y="3145905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79907AD2-B212-C751-5452-F87FC1058549}"/>
                </a:ext>
              </a:extLst>
            </p:cNvPr>
            <p:cNvCxnSpPr>
              <a:cxnSpLocks/>
              <a:endCxn id="221" idx="2"/>
            </p:cNvCxnSpPr>
            <p:nvPr/>
          </p:nvCxnSpPr>
          <p:spPr>
            <a:xfrm flipV="1">
              <a:off x="7780806" y="2536305"/>
              <a:ext cx="647698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3B7A9158-7F55-B581-B29D-F06B6C499277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7780806" y="2839078"/>
              <a:ext cx="647698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D3DC23FF-B47D-869E-21A1-E4755501014F}"/>
                </a:ext>
              </a:extLst>
            </p:cNvPr>
            <p:cNvCxnSpPr>
              <a:cxnSpLocks/>
              <a:endCxn id="223" idx="2"/>
            </p:cNvCxnSpPr>
            <p:nvPr/>
          </p:nvCxnSpPr>
          <p:spPr>
            <a:xfrm flipV="1">
              <a:off x="7780806" y="3141851"/>
              <a:ext cx="647698" cy="308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6DC1C038-BFC6-3C48-A17B-C5F96E850D8E}"/>
                </a:ext>
              </a:extLst>
            </p:cNvPr>
            <p:cNvCxnSpPr>
              <a:cxnSpLocks/>
              <a:endCxn id="224" idx="2"/>
            </p:cNvCxnSpPr>
            <p:nvPr/>
          </p:nvCxnSpPr>
          <p:spPr>
            <a:xfrm>
              <a:off x="7780806" y="3450705"/>
              <a:ext cx="647698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F6998B55-480E-1853-CBF8-1E7E064BF563}"/>
                </a:ext>
              </a:extLst>
            </p:cNvPr>
            <p:cNvCxnSpPr>
              <a:cxnSpLocks/>
              <a:endCxn id="225" idx="2"/>
            </p:cNvCxnSpPr>
            <p:nvPr/>
          </p:nvCxnSpPr>
          <p:spPr>
            <a:xfrm>
              <a:off x="7780806" y="3450705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7DB94797-F00D-8298-F1CA-65722A42D838}"/>
                </a:ext>
              </a:extLst>
            </p:cNvPr>
            <p:cNvCxnSpPr>
              <a:cxnSpLocks/>
              <a:endCxn id="221" idx="2"/>
            </p:cNvCxnSpPr>
            <p:nvPr/>
          </p:nvCxnSpPr>
          <p:spPr>
            <a:xfrm flipV="1">
              <a:off x="7780804" y="2536305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CD5C704-655C-532A-3ED4-B662D6FC04CB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7780804" y="2839078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5A26845-EDD6-2377-B4C3-74AD0E4BD669}"/>
                </a:ext>
              </a:extLst>
            </p:cNvPr>
            <p:cNvCxnSpPr>
              <a:cxnSpLocks/>
              <a:endCxn id="223" idx="2"/>
            </p:cNvCxnSpPr>
            <p:nvPr/>
          </p:nvCxnSpPr>
          <p:spPr>
            <a:xfrm flipV="1">
              <a:off x="7780804" y="3141851"/>
              <a:ext cx="647700" cy="6136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6273367-683B-D2D9-6F9E-C7B5B81EE8D1}"/>
                </a:ext>
              </a:extLst>
            </p:cNvPr>
            <p:cNvCxnSpPr>
              <a:cxnSpLocks/>
              <a:endCxn id="224" idx="2"/>
            </p:cNvCxnSpPr>
            <p:nvPr/>
          </p:nvCxnSpPr>
          <p:spPr>
            <a:xfrm flipV="1">
              <a:off x="7780804" y="3450705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24B2A49E-693A-F5A1-908A-ABA66E181349}"/>
                </a:ext>
              </a:extLst>
            </p:cNvPr>
            <p:cNvCxnSpPr>
              <a:cxnSpLocks/>
              <a:endCxn id="225" idx="2"/>
            </p:cNvCxnSpPr>
            <p:nvPr/>
          </p:nvCxnSpPr>
          <p:spPr>
            <a:xfrm>
              <a:off x="7780804" y="3755505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51AC2FE5-834F-245E-89C2-C0AF9F98E699}"/>
                </a:ext>
              </a:extLst>
            </p:cNvPr>
            <p:cNvSpPr/>
            <p:nvPr/>
          </p:nvSpPr>
          <p:spPr>
            <a:xfrm>
              <a:off x="9314228" y="2401921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2C36377D-7DBC-79D4-1759-F40BA4303F67}"/>
                </a:ext>
              </a:extLst>
            </p:cNvPr>
            <p:cNvSpPr/>
            <p:nvPr/>
          </p:nvSpPr>
          <p:spPr>
            <a:xfrm>
              <a:off x="9314228" y="2704694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4E49085C-FD51-B408-1267-7CE5807C8CD2}"/>
                </a:ext>
              </a:extLst>
            </p:cNvPr>
            <p:cNvSpPr/>
            <p:nvPr/>
          </p:nvSpPr>
          <p:spPr>
            <a:xfrm>
              <a:off x="9314228" y="3007467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7CD9EAA8-58C8-5D1C-5F29-819BA7A7EB4A}"/>
                </a:ext>
              </a:extLst>
            </p:cNvPr>
            <p:cNvSpPr/>
            <p:nvPr/>
          </p:nvSpPr>
          <p:spPr>
            <a:xfrm>
              <a:off x="9314228" y="3316321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F8A7A86A-D0FE-7680-F40D-1A21F816C1D4}"/>
                </a:ext>
              </a:extLst>
            </p:cNvPr>
            <p:cNvSpPr/>
            <p:nvPr/>
          </p:nvSpPr>
          <p:spPr>
            <a:xfrm>
              <a:off x="9314228" y="3621121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1F750AA1-65EF-4FBE-168E-1215FE25F738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>
              <a:off x="8666528" y="2516627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52FFFBF-F6AF-931C-AC66-FF6DE7641C42}"/>
                </a:ext>
              </a:extLst>
            </p:cNvPr>
            <p:cNvCxnSpPr>
              <a:cxnSpLocks/>
              <a:endCxn id="253" idx="2"/>
            </p:cNvCxnSpPr>
            <p:nvPr/>
          </p:nvCxnSpPr>
          <p:spPr>
            <a:xfrm>
              <a:off x="8666528" y="2516627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9C253D01-7DB5-E2BD-1FE7-BC3647386523}"/>
                </a:ext>
              </a:extLst>
            </p:cNvPr>
            <p:cNvCxnSpPr>
              <a:cxnSpLocks/>
              <a:endCxn id="254" idx="2"/>
            </p:cNvCxnSpPr>
            <p:nvPr/>
          </p:nvCxnSpPr>
          <p:spPr>
            <a:xfrm>
              <a:off x="8666528" y="2516627"/>
              <a:ext cx="647700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E967AF37-6E8B-A8CC-3B1E-719A8E560803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>
              <a:off x="8666528" y="2516627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B44DFB12-D807-6378-6ED1-F8A26B08D92B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>
              <a:off x="8666528" y="2516627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BD1F8F72-F737-E86F-FFAF-F603D4E5825E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flipV="1">
              <a:off x="8666528" y="2516627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F9442403-2FB9-3747-C307-6F02AB9B7E37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>
              <a:off x="8666528" y="2819400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88D3B6CB-FBBD-C55F-A65C-005E13007F82}"/>
                </a:ext>
              </a:extLst>
            </p:cNvPr>
            <p:cNvCxnSpPr>
              <a:cxnSpLocks/>
              <a:endCxn id="253" idx="2"/>
            </p:cNvCxnSpPr>
            <p:nvPr/>
          </p:nvCxnSpPr>
          <p:spPr>
            <a:xfrm>
              <a:off x="8666528" y="2819400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2B084A34-9A2C-BBB3-F113-025A127E92AD}"/>
                </a:ext>
              </a:extLst>
            </p:cNvPr>
            <p:cNvCxnSpPr>
              <a:cxnSpLocks/>
              <a:endCxn id="254" idx="2"/>
            </p:cNvCxnSpPr>
            <p:nvPr/>
          </p:nvCxnSpPr>
          <p:spPr>
            <a:xfrm>
              <a:off x="8666528" y="2819400"/>
              <a:ext cx="647700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EC822B39-8408-50EB-8F78-1033C0E8E74E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>
              <a:off x="8666528" y="2819400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741C69D6-B53E-A8A4-5CAD-86FD302F0562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flipV="1">
              <a:off x="8666528" y="2516627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EC638EA-4758-56ED-ED6F-FE2FCD16C578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flipV="1">
              <a:off x="8666528" y="2819400"/>
              <a:ext cx="647700" cy="3068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2880976-6BE0-D5FE-CA14-C2291DEEB417}"/>
                </a:ext>
              </a:extLst>
            </p:cNvPr>
            <p:cNvCxnSpPr>
              <a:cxnSpLocks/>
              <a:endCxn id="253" idx="2"/>
            </p:cNvCxnSpPr>
            <p:nvPr/>
          </p:nvCxnSpPr>
          <p:spPr>
            <a:xfrm flipV="1">
              <a:off x="8666528" y="3122173"/>
              <a:ext cx="647700" cy="40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CAA4327D-F665-32D4-13F3-701D52C5E49D}"/>
                </a:ext>
              </a:extLst>
            </p:cNvPr>
            <p:cNvCxnSpPr>
              <a:cxnSpLocks/>
              <a:endCxn id="254" idx="2"/>
            </p:cNvCxnSpPr>
            <p:nvPr/>
          </p:nvCxnSpPr>
          <p:spPr>
            <a:xfrm>
              <a:off x="8666528" y="3126227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0D219C12-A936-022C-D916-CC02766404EE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>
              <a:off x="8666528" y="3126227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C5014CA0-93C4-30A5-0DA2-B2F4B1800F72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flipV="1">
              <a:off x="8666530" y="2516627"/>
              <a:ext cx="647698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941D1E91-C875-240D-CDA8-D89C1F060ABF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flipV="1">
              <a:off x="8666530" y="2819400"/>
              <a:ext cx="647698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C53F2653-61D8-1D7E-7A30-3B7A5C422DA0}"/>
                </a:ext>
              </a:extLst>
            </p:cNvPr>
            <p:cNvCxnSpPr>
              <a:cxnSpLocks/>
              <a:endCxn id="253" idx="2"/>
            </p:cNvCxnSpPr>
            <p:nvPr/>
          </p:nvCxnSpPr>
          <p:spPr>
            <a:xfrm flipV="1">
              <a:off x="8666530" y="3122173"/>
              <a:ext cx="647698" cy="308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75F5F3C5-BFA2-D1FE-627D-44D7699AB539}"/>
                </a:ext>
              </a:extLst>
            </p:cNvPr>
            <p:cNvCxnSpPr>
              <a:cxnSpLocks/>
              <a:endCxn id="254" idx="2"/>
            </p:cNvCxnSpPr>
            <p:nvPr/>
          </p:nvCxnSpPr>
          <p:spPr>
            <a:xfrm>
              <a:off x="8666530" y="3431027"/>
              <a:ext cx="647698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4A908F3-DE3F-5B40-B830-AE168807F5B3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>
              <a:off x="8666530" y="3431027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6504F69-60E2-3313-C16B-340667255D66}"/>
                </a:ext>
              </a:extLst>
            </p:cNvPr>
            <p:cNvCxnSpPr>
              <a:cxnSpLocks/>
              <a:endCxn id="251" idx="2"/>
            </p:cNvCxnSpPr>
            <p:nvPr/>
          </p:nvCxnSpPr>
          <p:spPr>
            <a:xfrm flipV="1">
              <a:off x="8666528" y="2516627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B3DDF6BA-8881-20CB-27F3-E7C534624C15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flipV="1">
              <a:off x="8666528" y="2819400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58D78F30-6863-9167-2B71-518DE977CAB9}"/>
                </a:ext>
              </a:extLst>
            </p:cNvPr>
            <p:cNvCxnSpPr>
              <a:cxnSpLocks/>
              <a:endCxn id="253" idx="2"/>
            </p:cNvCxnSpPr>
            <p:nvPr/>
          </p:nvCxnSpPr>
          <p:spPr>
            <a:xfrm flipV="1">
              <a:off x="8666528" y="3122173"/>
              <a:ext cx="647700" cy="6136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E19EE03C-C9DD-06E2-5395-033B74A97C09}"/>
                </a:ext>
              </a:extLst>
            </p:cNvPr>
            <p:cNvCxnSpPr>
              <a:cxnSpLocks/>
              <a:endCxn id="254" idx="2"/>
            </p:cNvCxnSpPr>
            <p:nvPr/>
          </p:nvCxnSpPr>
          <p:spPr>
            <a:xfrm flipV="1">
              <a:off x="8666528" y="3431027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7927BECE-CAA2-6AF1-0F1A-E16131472B21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>
              <a:off x="8666528" y="3735827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269F28D-8E1A-C0AC-0445-2AD31777AC25}"/>
                </a:ext>
              </a:extLst>
            </p:cNvPr>
            <p:cNvSpPr/>
            <p:nvPr/>
          </p:nvSpPr>
          <p:spPr>
            <a:xfrm>
              <a:off x="10178502" y="2397673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F6476B99-A097-296A-EF64-FE0D17D195B9}"/>
                </a:ext>
              </a:extLst>
            </p:cNvPr>
            <p:cNvSpPr/>
            <p:nvPr/>
          </p:nvSpPr>
          <p:spPr>
            <a:xfrm>
              <a:off x="10178502" y="2700446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349BE054-4A68-834E-7706-FFCBC0D2B64D}"/>
                </a:ext>
              </a:extLst>
            </p:cNvPr>
            <p:cNvSpPr/>
            <p:nvPr/>
          </p:nvSpPr>
          <p:spPr>
            <a:xfrm>
              <a:off x="10178502" y="3003219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F979C91F-A44A-CCD5-38E2-C0CFE39640CB}"/>
                </a:ext>
              </a:extLst>
            </p:cNvPr>
            <p:cNvSpPr/>
            <p:nvPr/>
          </p:nvSpPr>
          <p:spPr>
            <a:xfrm>
              <a:off x="10178502" y="3312073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EA974C56-AE2A-C075-39FF-E70CDCCCB882}"/>
                </a:ext>
              </a:extLst>
            </p:cNvPr>
            <p:cNvSpPr/>
            <p:nvPr/>
          </p:nvSpPr>
          <p:spPr>
            <a:xfrm>
              <a:off x="10178502" y="3616873"/>
              <a:ext cx="228600" cy="2294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B9927AAC-5A6D-2BEC-BCB1-DAB6F30C929D}"/>
                </a:ext>
              </a:extLst>
            </p:cNvPr>
            <p:cNvCxnSpPr>
              <a:cxnSpLocks/>
              <a:endCxn id="282" idx="2"/>
            </p:cNvCxnSpPr>
            <p:nvPr/>
          </p:nvCxnSpPr>
          <p:spPr>
            <a:xfrm>
              <a:off x="9530802" y="2512379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4BD25CD0-B611-F92E-7230-8D052F417EBE}"/>
                </a:ext>
              </a:extLst>
            </p:cNvPr>
            <p:cNvCxnSpPr>
              <a:cxnSpLocks/>
              <a:endCxn id="283" idx="2"/>
            </p:cNvCxnSpPr>
            <p:nvPr/>
          </p:nvCxnSpPr>
          <p:spPr>
            <a:xfrm>
              <a:off x="9530802" y="2512379"/>
              <a:ext cx="647700" cy="605546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C85EB07D-EA2D-1600-FC0D-9A1020EADE0B}"/>
                </a:ext>
              </a:extLst>
            </p:cNvPr>
            <p:cNvCxnSpPr>
              <a:cxnSpLocks/>
              <a:endCxn id="284" idx="2"/>
            </p:cNvCxnSpPr>
            <p:nvPr/>
          </p:nvCxnSpPr>
          <p:spPr>
            <a:xfrm>
              <a:off x="9530802" y="2512379"/>
              <a:ext cx="647700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55D61D63-CFAD-F4F2-F263-53C765FB3795}"/>
                </a:ext>
              </a:extLst>
            </p:cNvPr>
            <p:cNvCxnSpPr>
              <a:cxnSpLocks/>
              <a:endCxn id="285" idx="2"/>
            </p:cNvCxnSpPr>
            <p:nvPr/>
          </p:nvCxnSpPr>
          <p:spPr>
            <a:xfrm>
              <a:off x="9530802" y="2512379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86F1BF1C-EF4B-3D83-5A4A-819C0AF708E0}"/>
                </a:ext>
              </a:extLst>
            </p:cNvPr>
            <p:cNvCxnSpPr>
              <a:cxnSpLocks/>
              <a:endCxn id="281" idx="2"/>
            </p:cNvCxnSpPr>
            <p:nvPr/>
          </p:nvCxnSpPr>
          <p:spPr>
            <a:xfrm>
              <a:off x="9530802" y="2512379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AD114CF3-8ACA-C295-908E-CDD34943A03E}"/>
                </a:ext>
              </a:extLst>
            </p:cNvPr>
            <p:cNvCxnSpPr>
              <a:cxnSpLocks/>
              <a:endCxn id="281" idx="2"/>
            </p:cNvCxnSpPr>
            <p:nvPr/>
          </p:nvCxnSpPr>
          <p:spPr>
            <a:xfrm flipV="1">
              <a:off x="9530802" y="2512379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58CF38F-ECB8-8C4A-F115-09363F7F0677}"/>
                </a:ext>
              </a:extLst>
            </p:cNvPr>
            <p:cNvCxnSpPr>
              <a:cxnSpLocks/>
              <a:endCxn id="282" idx="2"/>
            </p:cNvCxnSpPr>
            <p:nvPr/>
          </p:nvCxnSpPr>
          <p:spPr>
            <a:xfrm>
              <a:off x="9530802" y="2815152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1B205C02-51F1-4CE9-AE6E-15A4E60AFAFC}"/>
                </a:ext>
              </a:extLst>
            </p:cNvPr>
            <p:cNvCxnSpPr>
              <a:cxnSpLocks/>
              <a:endCxn id="283" idx="2"/>
            </p:cNvCxnSpPr>
            <p:nvPr/>
          </p:nvCxnSpPr>
          <p:spPr>
            <a:xfrm>
              <a:off x="9530802" y="2815152"/>
              <a:ext cx="647700" cy="302773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C4B60F30-078E-EA60-13AD-7D890EE558A6}"/>
                </a:ext>
              </a:extLst>
            </p:cNvPr>
            <p:cNvCxnSpPr>
              <a:cxnSpLocks/>
              <a:endCxn id="284" idx="2"/>
            </p:cNvCxnSpPr>
            <p:nvPr/>
          </p:nvCxnSpPr>
          <p:spPr>
            <a:xfrm>
              <a:off x="9530802" y="2815152"/>
              <a:ext cx="647700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9716EDAC-5440-CDB5-4E77-16F3010C6F3B}"/>
                </a:ext>
              </a:extLst>
            </p:cNvPr>
            <p:cNvCxnSpPr>
              <a:cxnSpLocks/>
              <a:endCxn id="285" idx="2"/>
            </p:cNvCxnSpPr>
            <p:nvPr/>
          </p:nvCxnSpPr>
          <p:spPr>
            <a:xfrm>
              <a:off x="9530802" y="2815152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237C794D-7BC1-C34D-E6FD-778B619AD027}"/>
                </a:ext>
              </a:extLst>
            </p:cNvPr>
            <p:cNvCxnSpPr>
              <a:cxnSpLocks/>
              <a:endCxn id="281" idx="2"/>
            </p:cNvCxnSpPr>
            <p:nvPr/>
          </p:nvCxnSpPr>
          <p:spPr>
            <a:xfrm flipV="1">
              <a:off x="9530802" y="2512379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F0BC1DDA-CE45-D3A4-9175-62E5AD96C46E}"/>
                </a:ext>
              </a:extLst>
            </p:cNvPr>
            <p:cNvCxnSpPr>
              <a:cxnSpLocks/>
              <a:endCxn id="282" idx="2"/>
            </p:cNvCxnSpPr>
            <p:nvPr/>
          </p:nvCxnSpPr>
          <p:spPr>
            <a:xfrm flipV="1">
              <a:off x="9530802" y="2815152"/>
              <a:ext cx="647700" cy="3068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6ABFB601-4E78-2720-D75E-008C955DC8DA}"/>
                </a:ext>
              </a:extLst>
            </p:cNvPr>
            <p:cNvCxnSpPr>
              <a:cxnSpLocks/>
              <a:endCxn id="283" idx="2"/>
            </p:cNvCxnSpPr>
            <p:nvPr/>
          </p:nvCxnSpPr>
          <p:spPr>
            <a:xfrm flipV="1">
              <a:off x="9530802" y="3117925"/>
              <a:ext cx="647700" cy="40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2C902C68-B1C0-A675-06CC-2A5FEC8A89AD}"/>
                </a:ext>
              </a:extLst>
            </p:cNvPr>
            <p:cNvCxnSpPr>
              <a:cxnSpLocks/>
              <a:endCxn id="284" idx="2"/>
            </p:cNvCxnSpPr>
            <p:nvPr/>
          </p:nvCxnSpPr>
          <p:spPr>
            <a:xfrm>
              <a:off x="9530802" y="3121979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C9ACC7DB-B38B-CBEA-A3D2-D3A74FCE5FBD}"/>
                </a:ext>
              </a:extLst>
            </p:cNvPr>
            <p:cNvCxnSpPr>
              <a:cxnSpLocks/>
              <a:endCxn id="285" idx="2"/>
            </p:cNvCxnSpPr>
            <p:nvPr/>
          </p:nvCxnSpPr>
          <p:spPr>
            <a:xfrm>
              <a:off x="9530802" y="3121979"/>
              <a:ext cx="647700" cy="6096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022B5DB5-A282-DB7D-FF91-E8AEEDF858E6}"/>
                </a:ext>
              </a:extLst>
            </p:cNvPr>
            <p:cNvCxnSpPr>
              <a:cxnSpLocks/>
              <a:endCxn id="281" idx="2"/>
            </p:cNvCxnSpPr>
            <p:nvPr/>
          </p:nvCxnSpPr>
          <p:spPr>
            <a:xfrm flipV="1">
              <a:off x="9530804" y="2512379"/>
              <a:ext cx="647698" cy="9144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3FD37522-FCFA-1DF6-1FCD-A43725639B48}"/>
                </a:ext>
              </a:extLst>
            </p:cNvPr>
            <p:cNvCxnSpPr>
              <a:cxnSpLocks/>
              <a:endCxn id="282" idx="2"/>
            </p:cNvCxnSpPr>
            <p:nvPr/>
          </p:nvCxnSpPr>
          <p:spPr>
            <a:xfrm flipV="1">
              <a:off x="9530804" y="2815152"/>
              <a:ext cx="647698" cy="6116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E4562719-97AA-9A97-ADB6-B96E90779661}"/>
                </a:ext>
              </a:extLst>
            </p:cNvPr>
            <p:cNvCxnSpPr>
              <a:cxnSpLocks/>
              <a:endCxn id="283" idx="2"/>
            </p:cNvCxnSpPr>
            <p:nvPr/>
          </p:nvCxnSpPr>
          <p:spPr>
            <a:xfrm flipV="1">
              <a:off x="9530804" y="3117925"/>
              <a:ext cx="647698" cy="3088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E67828E-F89A-CE60-8583-8EC2936D156B}"/>
                </a:ext>
              </a:extLst>
            </p:cNvPr>
            <p:cNvCxnSpPr>
              <a:cxnSpLocks/>
              <a:endCxn id="284" idx="2"/>
            </p:cNvCxnSpPr>
            <p:nvPr/>
          </p:nvCxnSpPr>
          <p:spPr>
            <a:xfrm>
              <a:off x="9530804" y="3426779"/>
              <a:ext cx="647698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14C83BA6-BFFC-4660-8442-32F545AA29E3}"/>
                </a:ext>
              </a:extLst>
            </p:cNvPr>
            <p:cNvCxnSpPr>
              <a:cxnSpLocks/>
              <a:endCxn id="285" idx="2"/>
            </p:cNvCxnSpPr>
            <p:nvPr/>
          </p:nvCxnSpPr>
          <p:spPr>
            <a:xfrm>
              <a:off x="9530804" y="3426779"/>
              <a:ext cx="647698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1BEDFE5A-99C7-C06F-649D-2300D3F97FD1}"/>
                </a:ext>
              </a:extLst>
            </p:cNvPr>
            <p:cNvCxnSpPr>
              <a:cxnSpLocks/>
              <a:endCxn id="281" idx="2"/>
            </p:cNvCxnSpPr>
            <p:nvPr/>
          </p:nvCxnSpPr>
          <p:spPr>
            <a:xfrm flipV="1">
              <a:off x="9530802" y="2512379"/>
              <a:ext cx="647700" cy="12192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AB4A511B-6848-E85E-E254-65C19D59BD9B}"/>
                </a:ext>
              </a:extLst>
            </p:cNvPr>
            <p:cNvCxnSpPr>
              <a:cxnSpLocks/>
              <a:endCxn id="282" idx="2"/>
            </p:cNvCxnSpPr>
            <p:nvPr/>
          </p:nvCxnSpPr>
          <p:spPr>
            <a:xfrm flipV="1">
              <a:off x="9530802" y="2815152"/>
              <a:ext cx="647700" cy="916427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E507FDCD-D058-F1FF-C50C-FC2B6BCCF321}"/>
                </a:ext>
              </a:extLst>
            </p:cNvPr>
            <p:cNvCxnSpPr>
              <a:cxnSpLocks/>
              <a:endCxn id="283" idx="2"/>
            </p:cNvCxnSpPr>
            <p:nvPr/>
          </p:nvCxnSpPr>
          <p:spPr>
            <a:xfrm flipV="1">
              <a:off x="9530802" y="3117925"/>
              <a:ext cx="647700" cy="613654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BD3325EE-3BA0-BE63-458F-274FC60902B4}"/>
                </a:ext>
              </a:extLst>
            </p:cNvPr>
            <p:cNvCxnSpPr>
              <a:cxnSpLocks/>
              <a:endCxn id="284" idx="2"/>
            </p:cNvCxnSpPr>
            <p:nvPr/>
          </p:nvCxnSpPr>
          <p:spPr>
            <a:xfrm flipV="1">
              <a:off x="9530802" y="3426779"/>
              <a:ext cx="647700" cy="30480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CE7694DC-9FB6-F9DF-8750-9902182013F4}"/>
                </a:ext>
              </a:extLst>
            </p:cNvPr>
            <p:cNvCxnSpPr>
              <a:cxnSpLocks/>
              <a:endCxn id="285" idx="2"/>
            </p:cNvCxnSpPr>
            <p:nvPr/>
          </p:nvCxnSpPr>
          <p:spPr>
            <a:xfrm>
              <a:off x="9530802" y="3731579"/>
              <a:ext cx="64770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3" name="TextBox 312">
            <a:extLst>
              <a:ext uri="{FF2B5EF4-FFF2-40B4-BE49-F238E27FC236}">
                <a16:creationId xmlns:a16="http://schemas.microsoft.com/office/drawing/2014/main" id="{652860C9-47B2-FFDC-EC1C-0CECB5E00AA4}"/>
              </a:ext>
            </a:extLst>
          </p:cNvPr>
          <p:cNvSpPr txBox="1"/>
          <p:nvPr/>
        </p:nvSpPr>
        <p:spPr>
          <a:xfrm>
            <a:off x="246491" y="318052"/>
            <a:ext cx="7609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276627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5824-5FEC-5BAD-D264-F2B07BA2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E217-CAB7-532A-6E9D-E71B861AB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9ACF8-6741-E517-70CF-4974675A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7912" y="1328087"/>
            <a:ext cx="3474720" cy="80772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Supervised –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Labeled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0B788-3347-F5B3-FF05-6849E02F9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7912" y="2135807"/>
            <a:ext cx="3474720" cy="1983839"/>
          </a:xfrm>
        </p:spPr>
        <p:txBody>
          <a:bodyPr/>
          <a:lstStyle/>
          <a:p>
            <a:r>
              <a:rPr lang="en-US" sz="1800" dirty="0"/>
              <a:t>Classification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Predict a discrete value (label)</a:t>
            </a:r>
          </a:p>
          <a:p>
            <a:r>
              <a:rPr lang="en-US" sz="1800" dirty="0"/>
              <a:t>Regression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Predict a continuous value (number)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A20D7-1FBE-1384-76D6-D9AA4CD08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18463" y="1328087"/>
            <a:ext cx="3474720" cy="813171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Unsupervised – Unlabeled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BDD32-D347-1E3C-5E64-35BE1D107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18463" y="2135807"/>
            <a:ext cx="3474720" cy="1533985"/>
          </a:xfrm>
        </p:spPr>
        <p:txBody>
          <a:bodyPr/>
          <a:lstStyle/>
          <a:p>
            <a:r>
              <a:rPr lang="en-US" sz="1800" dirty="0"/>
              <a:t>Classification (clustering)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Predict a discrete value </a:t>
            </a:r>
          </a:p>
          <a:p>
            <a:r>
              <a:rPr lang="en-US" sz="1900" dirty="0"/>
              <a:t>Autoencoder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52899C0-114D-1BB8-DBD4-4FFBD903851D}"/>
              </a:ext>
            </a:extLst>
          </p:cNvPr>
          <p:cNvSpPr txBox="1">
            <a:spLocks/>
          </p:cNvSpPr>
          <p:nvPr/>
        </p:nvSpPr>
        <p:spPr>
          <a:xfrm>
            <a:off x="3867912" y="4447511"/>
            <a:ext cx="3474720" cy="5311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None/>
              <a:defRPr sz="20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8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Semi-supervised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E8E6729-A92F-827F-3E9B-7D31FFA392DB}"/>
              </a:ext>
            </a:extLst>
          </p:cNvPr>
          <p:cNvSpPr txBox="1">
            <a:spLocks/>
          </p:cNvSpPr>
          <p:nvPr/>
        </p:nvSpPr>
        <p:spPr>
          <a:xfrm>
            <a:off x="7818463" y="4449379"/>
            <a:ext cx="3474720" cy="534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None/>
              <a:defRPr sz="20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8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Reinforcement</a:t>
            </a:r>
          </a:p>
        </p:txBody>
      </p:sp>
    </p:spTree>
    <p:extLst>
      <p:ext uri="{BB962C8B-B14F-4D97-AF65-F5344CB8AC3E}">
        <p14:creationId xmlns:p14="http://schemas.microsoft.com/office/powerpoint/2010/main" val="966254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ABB8-C325-A4D9-8C95-A24A208E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6C2B7-4751-2DBE-85E2-5423600A1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178" y="1558990"/>
            <a:ext cx="7190874" cy="4453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F6B62-FFFC-4DD2-4004-D675F3276016}"/>
              </a:ext>
            </a:extLst>
          </p:cNvPr>
          <p:cNvSpPr txBox="1"/>
          <p:nvPr/>
        </p:nvSpPr>
        <p:spPr>
          <a:xfrm>
            <a:off x="4572000" y="850230"/>
            <a:ext cx="646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Poppins" pitchFamily="2" charset="77"/>
                <a:cs typeface="Poppins" pitchFamily="2" charset="77"/>
              </a:rPr>
              <a:t>Simple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106411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1 — What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states the rules. Machine learning infers them from examples.</a:t>
            </a:r>
          </a:p>
          <a:p>
            <a:r>
              <a:t>A model is a set of parameters, fitted by repeatedly measuring error and adjusting.</a:t>
            </a:r>
          </a:p>
          <a:p>
            <a:r>
              <a:t>Training is slow and happens once. Running the trained model is fast and happens constantly.</a:t>
            </a:r>
          </a:p>
          <a:p>
            <a:r>
              <a:t>The quality and coverage of the training data set the ceiling on everything that follows.</a:t>
            </a:r>
          </a:p>
          <a:p>
            <a:r>
              <a:t>A model interpolates confidently and extrapolates badly. It has seen no situation it was not shown.</a:t>
            </a:r>
          </a:p>
          <a:p>
            <a:endParaRPr/>
          </a:p>
          <a:p>
            <a:r>
              <a:t>Next session: the model families you will meet in practice, and how to judge them.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3853-A13B-5F68-7A48-F3F670DA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77962660"/>
      </p:ext>
    </p:extLst>
  </p:cSld>
  <p:clrMapOvr>
    <a:masterClrMapping/>
  </p:clrMapOvr>
</p:sld>
</file>

<file path=ppt/theme/theme1.xml><?xml version="1.0" encoding="utf-8"?>
<a:theme xmlns:a="http://schemas.openxmlformats.org/drawingml/2006/main" name="Healthcare Neutral">
  <a:themeElements>
    <a:clrScheme name="Healthcare Neutral">
      <a:dk1>
        <a:srgbClr val="1A1D1F"/>
      </a:dk1>
      <a:lt1>
        <a:srgbClr val="FFFFFF"/>
      </a:lt1>
      <a:dk2>
        <a:srgbClr val="3B4650"/>
      </a:dk2>
      <a:lt2>
        <a:srgbClr val="EDF1F2"/>
      </a:lt2>
      <a:accent1>
        <a:srgbClr val="2E6E80"/>
      </a:accent1>
      <a:accent2>
        <a:srgbClr val="C0603C"/>
      </a:accent2>
      <a:accent3>
        <a:srgbClr val="5C8A6B"/>
      </a:accent3>
      <a:accent4>
        <a:srgbClr val="86739E"/>
      </a:accent4>
      <a:accent5>
        <a:srgbClr val="D2A044"/>
      </a:accent5>
      <a:accent6>
        <a:srgbClr val="6C7A85"/>
      </a:accent6>
      <a:hlink>
        <a:srgbClr val="2E6E80"/>
      </a:hlink>
      <a:folHlink>
        <a:srgbClr val="6C5B87"/>
      </a:folHlink>
    </a:clrScheme>
    <a:fontScheme name="Healthcare Neutral">
      <a:majorFont>
        <a:latin typeface="Calibri Light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15101</TotalTime>
  <Words>1139</Words>
  <Application>Microsoft Macintosh PowerPoint</Application>
  <PresentationFormat>Widescreen</PresentationFormat>
  <Paragraphs>306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Courier New</vt:lpstr>
      <vt:lpstr>Poppins</vt:lpstr>
      <vt:lpstr>Wingdings 2</vt:lpstr>
      <vt:lpstr>Healthcare Neutral</vt:lpstr>
      <vt:lpstr>PowerPoint Presentation</vt:lpstr>
      <vt:lpstr>PowerPoint Presentation</vt:lpstr>
      <vt:lpstr>Goal</vt:lpstr>
      <vt:lpstr>A Four-Part Series</vt:lpstr>
      <vt:lpstr>PowerPoint Presentation</vt:lpstr>
      <vt:lpstr>PowerPoint Presentation</vt:lpstr>
      <vt:lpstr>PowerPoint Presentation</vt:lpstr>
      <vt:lpstr>Traditional Information Technology</vt:lpstr>
      <vt:lpstr>PowerPoint Presentation</vt:lpstr>
      <vt:lpstr>PowerPoint Presentation</vt:lpstr>
      <vt:lpstr>PowerPoint Presentation</vt:lpstr>
      <vt:lpstr>Limits of Traditional Information Technology</vt:lpstr>
      <vt:lpstr>PowerPoint Presentation</vt:lpstr>
      <vt:lpstr>Foundations of Machine Learning</vt:lpstr>
      <vt:lpstr>Data – Common Crawl  https://commoncrawl.org/ </vt:lpstr>
      <vt:lpstr>Compute – Graphical Processing Unit (GPU) </vt:lpstr>
      <vt:lpstr>Foundations of Machine Learning – ex. Large Language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</vt:lpstr>
      <vt:lpstr>Optimization – Reduce  the Loss</vt:lpstr>
      <vt:lpstr>PowerPoint Presentation</vt:lpstr>
      <vt:lpstr>PowerPoint Presentation</vt:lpstr>
      <vt:lpstr>Complex Cost Functions</vt:lpstr>
      <vt:lpstr>PowerPoint Presentation</vt:lpstr>
      <vt:lpstr>PowerPoint Presentation</vt:lpstr>
      <vt:lpstr>PowerPoint Presentation</vt:lpstr>
      <vt:lpstr>PowerPoint Presentation</vt:lpstr>
      <vt:lpstr>Deep Learning</vt:lpstr>
      <vt:lpstr>PowerPoint Presentation</vt:lpstr>
      <vt:lpstr>Types of Machine Learning</vt:lpstr>
      <vt:lpstr>Linear Regression</vt:lpstr>
      <vt:lpstr>Session 1 — What to Take Away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 for Healthcare — Session 1: How Machines Learn</dc:title>
  <dc:subject>Machine learning and AI for clinical and health-system professionals</dc:subject>
  <dc:creator>Randy Giffen</dc:creator>
  <cp:keywords/>
  <dc:description/>
  <cp:lastModifiedBy>Randy Giffen</cp:lastModifiedBy>
  <cp:revision>25</cp:revision>
  <dcterms:created xsi:type="dcterms:W3CDTF">2025-06-12T12:34:10Z</dcterms:created>
  <dcterms:modified xsi:type="dcterms:W3CDTF">2026-10-03T12:31:17Z</dcterms:modified>
  <cp:category/>
</cp:coreProperties>
</file>